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7"/>
  </p:notesMasterIdLst>
  <p:handoutMasterIdLst>
    <p:handoutMasterId r:id="rId18"/>
  </p:handoutMasterIdLst>
  <p:sldIdLst>
    <p:sldId id="306" r:id="rId5"/>
    <p:sldId id="313" r:id="rId6"/>
    <p:sldId id="324" r:id="rId7"/>
    <p:sldId id="319" r:id="rId8"/>
    <p:sldId id="318" r:id="rId9"/>
    <p:sldId id="329" r:id="rId10"/>
    <p:sldId id="328" r:id="rId11"/>
    <p:sldId id="321" r:id="rId12"/>
    <p:sldId id="323" r:id="rId13"/>
    <p:sldId id="295" r:id="rId14"/>
    <p:sldId id="326" r:id="rId15"/>
    <p:sldId id="312" r:id="rId16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CAC"/>
    <a:srgbClr val="ACFEE9"/>
    <a:srgbClr val="03B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86074-0FF4-447C-8196-5B30EBB0673A}" v="517" dt="2024-03-28T12:56:52.608"/>
    <p1510:client id="{3F4992A3-B2EA-42CF-907F-B3E883456614}" v="46" dt="2024-03-28T13:01:07.761"/>
    <p1510:client id="{D33A65A9-EBD0-4FC3-98F9-D8CB66B3F9F1}" v="415" dt="2024-03-28T12:41:03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Orta Stil 4 - Vurgu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Orta Stil 4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Orta Stil 4 - Vurgu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ema Uygulanmış Stil 2 - Vurgu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2703F-EB58-4B0C-8B2A-EDF2A51B2C6C}" type="doc">
      <dgm:prSet loTypeId="urn:microsoft.com/office/officeart/2019/1/layout/PeoplePortraitsList" loCatId="profile" qsTypeId="urn:microsoft.com/office/officeart/2005/8/quickstyle/simple1" qsCatId="simple" csTypeId="urn:microsoft.com/office/officeart/2005/8/colors/colorful2" csCatId="colorful" phldr="1"/>
      <dgm:spPr/>
      <dgm:t>
        <a:bodyPr rtlCol="0"/>
        <a:lstStyle/>
        <a:p>
          <a:pPr rtl="0"/>
          <a:endParaRPr lang="en-US"/>
        </a:p>
      </dgm:t>
    </dgm:pt>
    <dgm:pt modelId="{1E293C9C-50F7-4DF0-A45F-EF6AA41E15B2}">
      <dgm:prSet custT="1"/>
      <dgm:spPr/>
      <dgm:t>
        <a:bodyPr rtlCol="0"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2000" b="0" noProof="0">
              <a:solidFill>
                <a:schemeClr val="bg1">
                  <a:lumMod val="95000"/>
                </a:schemeClr>
              </a:solidFill>
            </a:rPr>
            <a:t>Bünyamin Kalkan</a:t>
          </a:r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1600" b="0" noProof="0">
              <a:solidFill>
                <a:schemeClr val="bg1">
                  <a:lumMod val="95000"/>
                </a:schemeClr>
              </a:solidFill>
            </a:rPr>
            <a:t>Test/Kalite Kontrol</a:t>
          </a:r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1600" b="0" noProof="0">
              <a:solidFill>
                <a:schemeClr val="bg1">
                  <a:lumMod val="95000"/>
                </a:schemeClr>
              </a:solidFill>
              <a:latin typeface="Univers"/>
            </a:rPr>
            <a:t>Yazılım Geliştirici</a:t>
          </a:r>
          <a:endParaRPr lang="tr-TR" sz="2000" b="0" noProof="0">
            <a:solidFill>
              <a:schemeClr val="bg1">
                <a:lumMod val="95000"/>
              </a:schemeClr>
            </a:solidFill>
            <a:latin typeface="Univers"/>
          </a:endParaRPr>
        </a:p>
        <a:p>
          <a:pPr algn="ctr" rtl="0">
            <a:lnSpc>
              <a:spcPct val="100000"/>
            </a:lnSpc>
            <a:defRPr b="1" spc="20">
              <a:latin typeface="+mj-lt"/>
            </a:defRPr>
          </a:pPr>
          <a:endParaRPr lang="tr-TR" sz="2000" b="0" noProof="0">
            <a:solidFill>
              <a:schemeClr val="bg1">
                <a:lumMod val="95000"/>
              </a:schemeClr>
            </a:solidFill>
            <a:latin typeface="Univers"/>
          </a:endParaRPr>
        </a:p>
      </dgm:t>
    </dgm:pt>
    <dgm:pt modelId="{04936CC5-1B2F-4620-ABDF-F195956C3F4A}" type="parTrans" cxnId="{A7E7000F-0D10-4D88-844F-C9CB2A6A39DA}">
      <dgm:prSet/>
      <dgm:spPr/>
      <dgm:t>
        <a:bodyPr rtlCol="0"/>
        <a:lstStyle/>
        <a:p>
          <a:pPr rtl="0"/>
          <a:endParaRPr lang="tr-TR" noProof="0"/>
        </a:p>
      </dgm:t>
    </dgm:pt>
    <dgm:pt modelId="{E019F05B-61F4-4915-9D10-5D6F328EA591}" type="sibTrans" cxnId="{A7E7000F-0D10-4D88-844F-C9CB2A6A39DA}">
      <dgm:prSet/>
      <dgm:spPr/>
      <dgm:t>
        <a:bodyPr rtlCol="0"/>
        <a:lstStyle/>
        <a:p>
          <a:pPr rtl="0"/>
          <a:endParaRPr lang="tr-TR" noProof="0"/>
        </a:p>
      </dgm:t>
    </dgm:pt>
    <dgm:pt modelId="{DA3F2F2F-B5A8-4CFD-ABCE-1BC48CD913AF}">
      <dgm:prSet custT="1"/>
      <dgm:spPr/>
      <dgm:t>
        <a:bodyPr rtlCol="0"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2000" b="0" noProof="0">
              <a:solidFill>
                <a:schemeClr val="bg1">
                  <a:lumMod val="95000"/>
                </a:schemeClr>
              </a:solidFill>
            </a:rPr>
            <a:t>Barış Keskin</a:t>
          </a:r>
          <a:endParaRPr lang="tr-TR" sz="1600" b="0" noProof="0">
            <a:solidFill>
              <a:schemeClr val="bg1">
                <a:lumMod val="95000"/>
              </a:schemeClr>
            </a:solidFill>
          </a:endParaRPr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1600" b="0" noProof="0">
              <a:solidFill>
                <a:schemeClr val="bg1"/>
              </a:solidFill>
            </a:rPr>
            <a:t>Analiz ve Tasarım Uzmanı</a:t>
          </a:r>
          <a:endParaRPr lang="tr-TR" sz="1600" b="0">
            <a:solidFill>
              <a:schemeClr val="bg1"/>
            </a:solidFill>
          </a:endParaRPr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endParaRPr lang="tr-TR" sz="1600" b="0" noProof="0">
            <a:solidFill>
              <a:schemeClr val="bg1">
                <a:lumMod val="95000"/>
              </a:schemeClr>
            </a:solidFill>
          </a:endParaRPr>
        </a:p>
      </dgm:t>
    </dgm:pt>
    <dgm:pt modelId="{D4AFA5E0-6624-49A6-B10B-4FFA7483C001}" type="parTrans" cxnId="{307321D6-32A9-4F29-A35B-8328C6417311}">
      <dgm:prSet/>
      <dgm:spPr/>
      <dgm:t>
        <a:bodyPr rtlCol="0"/>
        <a:lstStyle/>
        <a:p>
          <a:pPr rtl="0"/>
          <a:endParaRPr lang="tr-TR" noProof="0"/>
        </a:p>
      </dgm:t>
    </dgm:pt>
    <dgm:pt modelId="{038FE749-6004-418E-86C7-7C1B1D7930F4}" type="sibTrans" cxnId="{307321D6-32A9-4F29-A35B-8328C6417311}">
      <dgm:prSet/>
      <dgm:spPr/>
      <dgm:t>
        <a:bodyPr rtlCol="0"/>
        <a:lstStyle/>
        <a:p>
          <a:pPr rtl="0"/>
          <a:endParaRPr lang="tr-TR" noProof="0"/>
        </a:p>
      </dgm:t>
    </dgm:pt>
    <dgm:pt modelId="{23CA95F9-8BCF-40C1-B842-BCFFD43632F6}">
      <dgm:prSet custT="1"/>
      <dgm:spPr/>
      <dgm:t>
        <a:bodyPr rtlCol="0"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2000" b="0" noProof="0">
              <a:solidFill>
                <a:schemeClr val="bg1">
                  <a:lumMod val="95000"/>
                </a:schemeClr>
              </a:solidFill>
              <a:latin typeface="+mj-lt"/>
            </a:rPr>
            <a:t>Hilal </a:t>
          </a:r>
          <a:r>
            <a:rPr lang="tr-TR" sz="2000" b="0" noProof="0" err="1">
              <a:solidFill>
                <a:schemeClr val="bg1">
                  <a:lumMod val="95000"/>
                </a:schemeClr>
              </a:solidFill>
              <a:latin typeface="+mj-lt"/>
            </a:rPr>
            <a:t>Dedek</a:t>
          </a:r>
          <a:endParaRPr lang="tr-TR" sz="1600" b="0" noProof="0">
            <a:solidFill>
              <a:schemeClr val="bg1">
                <a:lumMod val="95000"/>
              </a:schemeClr>
            </a:solidFill>
            <a:latin typeface="+mj-lt"/>
          </a:endParaRPr>
        </a:p>
        <a:p>
          <a:pPr algn="ctr" rtl="0">
            <a:lnSpc>
              <a:spcPct val="100000"/>
            </a:lnSpc>
            <a:defRPr b="1" spc="20">
              <a:latin typeface="+mj-lt"/>
            </a:defRPr>
          </a:pPr>
          <a:r>
            <a:rPr lang="tr-TR" sz="1600" b="0" noProof="0">
              <a:solidFill>
                <a:schemeClr val="bg1">
                  <a:lumMod val="95000"/>
                </a:schemeClr>
              </a:solidFill>
              <a:latin typeface="+mj-lt"/>
            </a:rPr>
            <a:t>İş Analisti</a:t>
          </a:r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tr-TR" sz="1600" b="0" noProof="0">
              <a:solidFill>
                <a:schemeClr val="bg1">
                  <a:lumMod val="95000"/>
                </a:schemeClr>
              </a:solidFill>
              <a:latin typeface="+mj-lt"/>
            </a:rPr>
            <a:t>Yazılım Geliştirici</a:t>
          </a:r>
          <a:endParaRPr lang="tr-TR" sz="1600"/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endParaRPr lang="tr-TR" sz="2000" b="0" noProof="0">
            <a:solidFill>
              <a:schemeClr val="bg1">
                <a:lumMod val="95000"/>
              </a:schemeClr>
            </a:solidFill>
            <a:latin typeface="+mj-lt"/>
          </a:endParaRPr>
        </a:p>
        <a:p>
          <a:pPr algn="ctr">
            <a:lnSpc>
              <a:spcPct val="100000"/>
            </a:lnSpc>
            <a:defRPr b="1" spc="20">
              <a:latin typeface="+mj-lt"/>
            </a:defRPr>
          </a:pPr>
          <a:endParaRPr lang="tr-TR" sz="2000" b="0" noProof="0">
            <a:solidFill>
              <a:schemeClr val="bg1">
                <a:lumMod val="95000"/>
              </a:schemeClr>
            </a:solidFill>
            <a:latin typeface="+mj-lt"/>
          </a:endParaRPr>
        </a:p>
      </dgm:t>
    </dgm:pt>
    <dgm:pt modelId="{D868EA7F-D868-4231-86D5-66D9B2DF2F62}" type="sibTrans" cxnId="{E6EDE7CF-5B3F-4E2C-99EE-D5462F0EC9CE}">
      <dgm:prSet/>
      <dgm:spPr/>
      <dgm:t>
        <a:bodyPr rtlCol="0"/>
        <a:lstStyle/>
        <a:p>
          <a:pPr rtl="0"/>
          <a:endParaRPr lang="tr-TR" noProof="0"/>
        </a:p>
      </dgm:t>
    </dgm:pt>
    <dgm:pt modelId="{FC4F4986-5DCD-4DC2-B7FD-2C5FABEF9979}" type="parTrans" cxnId="{E6EDE7CF-5B3F-4E2C-99EE-D5462F0EC9CE}">
      <dgm:prSet/>
      <dgm:spPr/>
      <dgm:t>
        <a:bodyPr rtlCol="0"/>
        <a:lstStyle/>
        <a:p>
          <a:pPr rtl="0"/>
          <a:endParaRPr lang="tr-TR" noProof="0"/>
        </a:p>
      </dgm:t>
    </dgm:pt>
    <dgm:pt modelId="{082BA997-F2E7-4F0B-A1B1-D48DCCD07C1C}">
      <dgm:prSet/>
      <dgm:spPr/>
      <dgm:t>
        <a:bodyPr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endParaRPr lang="tr-TR"/>
        </a:p>
      </dgm:t>
    </dgm:pt>
    <dgm:pt modelId="{0FCC6432-C5E8-4C32-8A2A-8A677B702CFC}" type="parTrans" cxnId="{3CE0F4B0-4522-432C-9FD0-9E543D97AC75}">
      <dgm:prSet/>
      <dgm:spPr/>
      <dgm:t>
        <a:bodyPr/>
        <a:lstStyle/>
        <a:p>
          <a:endParaRPr lang="tr-TR"/>
        </a:p>
      </dgm:t>
    </dgm:pt>
    <dgm:pt modelId="{00636D62-FC57-4E94-B6E0-FAEC08A3EE77}" type="sibTrans" cxnId="{3CE0F4B0-4522-432C-9FD0-9E543D97AC75}">
      <dgm:prSet/>
      <dgm:spPr/>
      <dgm:t>
        <a:bodyPr/>
        <a:lstStyle/>
        <a:p>
          <a:endParaRPr lang="tr-TR"/>
        </a:p>
      </dgm:t>
    </dgm:pt>
    <dgm:pt modelId="{8A8EBD36-2718-4493-93C3-9A62EEA31684}">
      <dgm:prSet/>
      <dgm:spPr/>
      <dgm:t>
        <a:bodyPr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endParaRPr lang="tr-TR"/>
        </a:p>
      </dgm:t>
    </dgm:pt>
    <dgm:pt modelId="{9E91E14E-A2DB-4093-BDF6-488E5C0C515E}" type="parTrans" cxnId="{CE33F966-DAFD-49F1-9EED-19AEFB81BFB7}">
      <dgm:prSet/>
      <dgm:spPr/>
      <dgm:t>
        <a:bodyPr/>
        <a:lstStyle/>
        <a:p>
          <a:endParaRPr lang="tr-TR"/>
        </a:p>
      </dgm:t>
    </dgm:pt>
    <dgm:pt modelId="{00BFE368-1232-410C-ACD4-83F42F350783}" type="sibTrans" cxnId="{CE33F966-DAFD-49F1-9EED-19AEFB81BFB7}">
      <dgm:prSet/>
      <dgm:spPr/>
      <dgm:t>
        <a:bodyPr/>
        <a:lstStyle/>
        <a:p>
          <a:endParaRPr lang="tr-TR"/>
        </a:p>
      </dgm:t>
    </dgm:pt>
    <dgm:pt modelId="{BF30E86D-EAFC-44CE-B56C-D7C5EC7742F3}" type="pres">
      <dgm:prSet presAssocID="{5C72703F-EB58-4B0C-8B2A-EDF2A51B2C6C}" presName="root" presStyleCnt="0">
        <dgm:presLayoutVars>
          <dgm:dir/>
          <dgm:resizeHandles val="exact"/>
        </dgm:presLayoutVars>
      </dgm:prSet>
      <dgm:spPr/>
    </dgm:pt>
    <dgm:pt modelId="{34A89649-B4A9-4A6F-8793-5A3DB37DDDA6}" type="pres">
      <dgm:prSet presAssocID="{23CA95F9-8BCF-40C1-B842-BCFFD43632F6}" presName="compNode" presStyleCnt="0"/>
      <dgm:spPr/>
    </dgm:pt>
    <dgm:pt modelId="{FFB9F511-6797-4909-9D3B-89EBC96F25A8}" type="pres">
      <dgm:prSet presAssocID="{23CA95F9-8BCF-40C1-B842-BCFFD43632F6}" presName="topSpace" presStyleCnt="0"/>
      <dgm:spPr/>
    </dgm:pt>
    <dgm:pt modelId="{73073D5B-7ADA-4F8B-AD34-0BE114905A44}" type="pres">
      <dgm:prSet presAssocID="{23CA95F9-8BCF-40C1-B842-BCFFD43632F6}" presName="photoElip" presStyleLbl="node1" presStyleIdx="0" presStyleCnt="5" custScaleX="130326" custScaleY="146617" custLinFactNeighborX="474" custLinFactNeighborY="-49"/>
      <dgm:spPr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EE33220B-2292-4F19-BD6E-B7F529CD8414}" type="pres">
      <dgm:prSet presAssocID="{23CA95F9-8BCF-40C1-B842-BCFFD43632F6}" presName="iconSpace" presStyleCnt="0"/>
      <dgm:spPr/>
    </dgm:pt>
    <dgm:pt modelId="{FDFAF16A-4FD0-49F4-8593-32E9A31A4FF7}" type="pres">
      <dgm:prSet presAssocID="{23CA95F9-8BCF-40C1-B842-BCFFD43632F6}" presName="nameTx" presStyleLbl="revTx" presStyleIdx="0" presStyleCnt="10" custLinFactX="300000" custLinFactNeighborX="332605" custLinFactNeighborY="48555">
        <dgm:presLayoutVars>
          <dgm:chMax val="0"/>
          <dgm:chPref val="0"/>
        </dgm:presLayoutVars>
      </dgm:prSet>
      <dgm:spPr/>
    </dgm:pt>
    <dgm:pt modelId="{EEB88C88-E325-43D0-B163-BFD87C897361}" type="pres">
      <dgm:prSet presAssocID="{23CA95F9-8BCF-40C1-B842-BCFFD43632F6}" presName="txSpace" presStyleCnt="0"/>
      <dgm:spPr/>
    </dgm:pt>
    <dgm:pt modelId="{7D166BBB-55AF-452C-B9A0-94A1EE55FF4F}" type="pres">
      <dgm:prSet presAssocID="{23CA95F9-8BCF-40C1-B842-BCFFD43632F6}" presName="desTx" presStyleLbl="revTx" presStyleIdx="1" presStyleCnt="10">
        <dgm:presLayoutVars/>
      </dgm:prSet>
      <dgm:spPr/>
    </dgm:pt>
    <dgm:pt modelId="{860D3358-284A-4827-88CC-2F74FF5A1E56}" type="pres">
      <dgm:prSet presAssocID="{23CA95F9-8BCF-40C1-B842-BCFFD43632F6}" presName="bottSpace" presStyleCnt="0"/>
      <dgm:spPr/>
    </dgm:pt>
    <dgm:pt modelId="{0D4A0804-490F-47AA-B7FA-08C890B0D841}" type="pres">
      <dgm:prSet presAssocID="{D868EA7F-D868-4231-86D5-66D9B2DF2F62}" presName="sibTrans" presStyleCnt="0"/>
      <dgm:spPr/>
    </dgm:pt>
    <dgm:pt modelId="{E40BB94D-AE1C-4F05-8AA5-E9FA9A8CCCDE}" type="pres">
      <dgm:prSet presAssocID="{1E293C9C-50F7-4DF0-A45F-EF6AA41E15B2}" presName="compNode" presStyleCnt="0"/>
      <dgm:spPr/>
    </dgm:pt>
    <dgm:pt modelId="{1BC7C3C6-BE78-4F0A-9E69-54742F1AA0F3}" type="pres">
      <dgm:prSet presAssocID="{1E293C9C-50F7-4DF0-A45F-EF6AA41E15B2}" presName="topSpace" presStyleCnt="0"/>
      <dgm:spPr/>
    </dgm:pt>
    <dgm:pt modelId="{25238F18-07B8-41D8-8BD9-9F8514E8F9C4}" type="pres">
      <dgm:prSet presAssocID="{1E293C9C-50F7-4DF0-A45F-EF6AA41E15B2}" presName="photoElip" presStyleLbl="node1" presStyleIdx="1" presStyleCnt="5" custScaleX="130326" custScaleY="146617" custLinFactNeighborX="4083" custLinFactNeighborY="554"/>
      <dgm:spPr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6FFE343B-847F-4D3F-A2F9-B95E826EC656}" type="pres">
      <dgm:prSet presAssocID="{1E293C9C-50F7-4DF0-A45F-EF6AA41E15B2}" presName="iconSpace" presStyleCnt="0"/>
      <dgm:spPr/>
    </dgm:pt>
    <dgm:pt modelId="{866F95BB-E9D9-40E2-AB9F-99D5F69BA82A}" type="pres">
      <dgm:prSet presAssocID="{1E293C9C-50F7-4DF0-A45F-EF6AA41E15B2}" presName="nameTx" presStyleLbl="revTx" presStyleIdx="2" presStyleCnt="10" custScaleY="212631" custLinFactNeighborX="582" custLinFactNeighborY="94875">
        <dgm:presLayoutVars>
          <dgm:chMax val="0"/>
          <dgm:chPref val="0"/>
        </dgm:presLayoutVars>
      </dgm:prSet>
      <dgm:spPr/>
    </dgm:pt>
    <dgm:pt modelId="{B22197FE-7BF1-485D-9B2D-0AD12CF41435}" type="pres">
      <dgm:prSet presAssocID="{1E293C9C-50F7-4DF0-A45F-EF6AA41E15B2}" presName="txSpace" presStyleCnt="0"/>
      <dgm:spPr/>
    </dgm:pt>
    <dgm:pt modelId="{1223E777-77CB-4A9A-BF21-12B513842696}" type="pres">
      <dgm:prSet presAssocID="{1E293C9C-50F7-4DF0-A45F-EF6AA41E15B2}" presName="desTx" presStyleLbl="revTx" presStyleIdx="3" presStyleCnt="10">
        <dgm:presLayoutVars/>
      </dgm:prSet>
      <dgm:spPr/>
    </dgm:pt>
    <dgm:pt modelId="{48A93FE3-F550-4840-B560-2DB8553BED7D}" type="pres">
      <dgm:prSet presAssocID="{1E293C9C-50F7-4DF0-A45F-EF6AA41E15B2}" presName="bottSpace" presStyleCnt="0"/>
      <dgm:spPr/>
    </dgm:pt>
    <dgm:pt modelId="{DCDF700C-8587-4AD0-95CF-A8CEBB3AD30B}" type="pres">
      <dgm:prSet presAssocID="{E019F05B-61F4-4915-9D10-5D6F328EA591}" presName="sibTrans" presStyleCnt="0"/>
      <dgm:spPr/>
    </dgm:pt>
    <dgm:pt modelId="{D5C9CF54-A3DB-4262-A188-C006BBF08A29}" type="pres">
      <dgm:prSet presAssocID="{DA3F2F2F-B5A8-4CFD-ABCE-1BC48CD913AF}" presName="compNode" presStyleCnt="0"/>
      <dgm:spPr/>
    </dgm:pt>
    <dgm:pt modelId="{EB21A753-DAF6-4914-9F97-D017DE4534D0}" type="pres">
      <dgm:prSet presAssocID="{DA3F2F2F-B5A8-4CFD-ABCE-1BC48CD913AF}" presName="topSpace" presStyleCnt="0"/>
      <dgm:spPr/>
    </dgm:pt>
    <dgm:pt modelId="{418E44D8-60E4-4008-9F09-1A652C62E8A6}" type="pres">
      <dgm:prSet presAssocID="{DA3F2F2F-B5A8-4CFD-ABCE-1BC48CD913AF}" presName="photoElip" presStyleLbl="node1" presStyleIdx="2" presStyleCnt="5" custScaleX="130326" custScaleY="146617" custLinFactNeighborX="2475" custLinFactNeighborY="2266"/>
      <dgm:spPr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51349271-76B0-4CC0-A678-325A9A4D3475}" type="pres">
      <dgm:prSet presAssocID="{DA3F2F2F-B5A8-4CFD-ABCE-1BC48CD913AF}" presName="iconSpace" presStyleCnt="0"/>
      <dgm:spPr/>
    </dgm:pt>
    <dgm:pt modelId="{9B5C14B8-8D61-4009-9F8C-194486F530FA}" type="pres">
      <dgm:prSet presAssocID="{DA3F2F2F-B5A8-4CFD-ABCE-1BC48CD913AF}" presName="nameTx" presStyleLbl="revTx" presStyleIdx="4" presStyleCnt="10" custLinFactX="-100000" custLinFactNeighborX="-198029" custLinFactNeighborY="53064">
        <dgm:presLayoutVars>
          <dgm:chMax val="0"/>
          <dgm:chPref val="0"/>
        </dgm:presLayoutVars>
      </dgm:prSet>
      <dgm:spPr/>
    </dgm:pt>
    <dgm:pt modelId="{7C23080D-6185-431F-BAF8-5277AA3C0E29}" type="pres">
      <dgm:prSet presAssocID="{DA3F2F2F-B5A8-4CFD-ABCE-1BC48CD913AF}" presName="txSpace" presStyleCnt="0"/>
      <dgm:spPr/>
    </dgm:pt>
    <dgm:pt modelId="{EE420F84-477D-4635-BEF8-66426E9A259D}" type="pres">
      <dgm:prSet presAssocID="{DA3F2F2F-B5A8-4CFD-ABCE-1BC48CD913AF}" presName="desTx" presStyleLbl="revTx" presStyleIdx="5" presStyleCnt="10">
        <dgm:presLayoutVars/>
      </dgm:prSet>
      <dgm:spPr/>
    </dgm:pt>
    <dgm:pt modelId="{DB61A93F-5AE0-4A97-AFE4-E1EA7F61D044}" type="pres">
      <dgm:prSet presAssocID="{DA3F2F2F-B5A8-4CFD-ABCE-1BC48CD913AF}" presName="bottSpace" presStyleCnt="0"/>
      <dgm:spPr/>
    </dgm:pt>
    <dgm:pt modelId="{E22652B6-058F-4450-8A74-847361A4FB8C}" type="pres">
      <dgm:prSet presAssocID="{038FE749-6004-418E-86C7-7C1B1D7930F4}" presName="sibTrans" presStyleCnt="0"/>
      <dgm:spPr/>
    </dgm:pt>
    <dgm:pt modelId="{16E98387-6163-44F9-AB37-BC4FA4B5C831}" type="pres">
      <dgm:prSet presAssocID="{082BA997-F2E7-4F0B-A1B1-D48DCCD07C1C}" presName="compNode" presStyleCnt="0"/>
      <dgm:spPr/>
    </dgm:pt>
    <dgm:pt modelId="{D27CE158-FC1B-4874-9FD4-D2BDAB9375AE}" type="pres">
      <dgm:prSet presAssocID="{082BA997-F2E7-4F0B-A1B1-D48DCCD07C1C}" presName="topSpace" presStyleCnt="0"/>
      <dgm:spPr/>
    </dgm:pt>
    <dgm:pt modelId="{6DDEABAD-65AD-4100-8D77-366B02CB7075}" type="pres">
      <dgm:prSet presAssocID="{082BA997-F2E7-4F0B-A1B1-D48DCCD07C1C}" presName="photoElip" presStyleLbl="node1" presStyleIdx="3" presStyleCnt="5" custScaleX="133380" custScaleY="146660" custLinFactNeighborX="1130" custLinFactNeighborY="2379"/>
      <dgm:spPr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</dgm:pt>
    <dgm:pt modelId="{73996049-4F28-41D9-BDCC-84AA266E1673}" type="pres">
      <dgm:prSet presAssocID="{082BA997-F2E7-4F0B-A1B1-D48DCCD07C1C}" presName="iconSpace" presStyleCnt="0"/>
      <dgm:spPr/>
    </dgm:pt>
    <dgm:pt modelId="{D604221C-5889-484F-BD85-82E201BE60C7}" type="pres">
      <dgm:prSet presAssocID="{082BA997-F2E7-4F0B-A1B1-D48DCCD07C1C}" presName="nameTx" presStyleLbl="revTx" presStyleIdx="6" presStyleCnt="10">
        <dgm:presLayoutVars>
          <dgm:chMax val="0"/>
          <dgm:chPref val="0"/>
        </dgm:presLayoutVars>
      </dgm:prSet>
      <dgm:spPr/>
    </dgm:pt>
    <dgm:pt modelId="{AC71A4B0-A884-47CB-B270-7C07F921A660}" type="pres">
      <dgm:prSet presAssocID="{082BA997-F2E7-4F0B-A1B1-D48DCCD07C1C}" presName="txSpace" presStyleCnt="0"/>
      <dgm:spPr/>
    </dgm:pt>
    <dgm:pt modelId="{63D3EAED-B66C-49BD-AFD9-06CFEB84602A}" type="pres">
      <dgm:prSet presAssocID="{082BA997-F2E7-4F0B-A1B1-D48DCCD07C1C}" presName="desTx" presStyleLbl="revTx" presStyleIdx="7" presStyleCnt="10">
        <dgm:presLayoutVars/>
      </dgm:prSet>
      <dgm:spPr/>
    </dgm:pt>
    <dgm:pt modelId="{843CD3F1-D523-4C82-A0CF-B1B8565E3551}" type="pres">
      <dgm:prSet presAssocID="{082BA997-F2E7-4F0B-A1B1-D48DCCD07C1C}" presName="bottSpace" presStyleCnt="0"/>
      <dgm:spPr/>
    </dgm:pt>
    <dgm:pt modelId="{BFECE7DE-8BDD-49D2-8011-F252840D224D}" type="pres">
      <dgm:prSet presAssocID="{00636D62-FC57-4E94-B6E0-FAEC08A3EE77}" presName="sibTrans" presStyleCnt="0"/>
      <dgm:spPr/>
    </dgm:pt>
    <dgm:pt modelId="{0A24F885-2AAF-4F9E-B9F2-EFE88537CA10}" type="pres">
      <dgm:prSet presAssocID="{8A8EBD36-2718-4493-93C3-9A62EEA31684}" presName="compNode" presStyleCnt="0"/>
      <dgm:spPr/>
    </dgm:pt>
    <dgm:pt modelId="{A5B0A75B-09A8-4EC5-ADC2-F57039AEAA6D}" type="pres">
      <dgm:prSet presAssocID="{8A8EBD36-2718-4493-93C3-9A62EEA31684}" presName="topSpace" presStyleCnt="0"/>
      <dgm:spPr/>
    </dgm:pt>
    <dgm:pt modelId="{5AB70118-9015-4D45-BA6F-02E459D382D2}" type="pres">
      <dgm:prSet presAssocID="{8A8EBD36-2718-4493-93C3-9A62EEA31684}" presName="photoElip" presStyleLbl="node1" presStyleIdx="4" presStyleCnt="5" custScaleX="131219" custScaleY="146660" custLinFactNeighborX="9169" custLinFactNeighborY="2413"/>
      <dgm:spPr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44934966-3F0A-42E8-A4E2-1CB4DB703C73}" type="pres">
      <dgm:prSet presAssocID="{8A8EBD36-2718-4493-93C3-9A62EEA31684}" presName="iconSpace" presStyleCnt="0"/>
      <dgm:spPr/>
    </dgm:pt>
    <dgm:pt modelId="{C0EC89C1-C2CC-42F5-8E71-DFE2D578B92E}" type="pres">
      <dgm:prSet presAssocID="{8A8EBD36-2718-4493-93C3-9A62EEA31684}" presName="nameTx" presStyleLbl="revTx" presStyleIdx="8" presStyleCnt="10">
        <dgm:presLayoutVars>
          <dgm:chMax val="0"/>
          <dgm:chPref val="0"/>
        </dgm:presLayoutVars>
      </dgm:prSet>
      <dgm:spPr/>
    </dgm:pt>
    <dgm:pt modelId="{129F0E86-F22E-4859-8F4A-084902276FD1}" type="pres">
      <dgm:prSet presAssocID="{8A8EBD36-2718-4493-93C3-9A62EEA31684}" presName="txSpace" presStyleCnt="0"/>
      <dgm:spPr/>
    </dgm:pt>
    <dgm:pt modelId="{21FA75F0-A4B3-4F19-8792-FB8C8C184D48}" type="pres">
      <dgm:prSet presAssocID="{8A8EBD36-2718-4493-93C3-9A62EEA31684}" presName="desTx" presStyleLbl="revTx" presStyleIdx="9" presStyleCnt="10">
        <dgm:presLayoutVars/>
      </dgm:prSet>
      <dgm:spPr/>
    </dgm:pt>
    <dgm:pt modelId="{50B84B26-2BCC-4871-90CE-53B9F63B95F3}" type="pres">
      <dgm:prSet presAssocID="{8A8EBD36-2718-4493-93C3-9A62EEA31684}" presName="bottSpace" presStyleCnt="0"/>
      <dgm:spPr/>
    </dgm:pt>
  </dgm:ptLst>
  <dgm:cxnLst>
    <dgm:cxn modelId="{A7E7000F-0D10-4D88-844F-C9CB2A6A39DA}" srcId="{5C72703F-EB58-4B0C-8B2A-EDF2A51B2C6C}" destId="{1E293C9C-50F7-4DF0-A45F-EF6AA41E15B2}" srcOrd="1" destOrd="0" parTransId="{04936CC5-1B2F-4620-ABDF-F195956C3F4A}" sibTransId="{E019F05B-61F4-4915-9D10-5D6F328EA591}"/>
    <dgm:cxn modelId="{DA71AA66-AFD0-477D-B858-5341842BB70B}" type="presOf" srcId="{8A8EBD36-2718-4493-93C3-9A62EEA31684}" destId="{C0EC89C1-C2CC-42F5-8E71-DFE2D578B92E}" srcOrd="0" destOrd="0" presId="urn:microsoft.com/office/officeart/2019/1/layout/PeoplePortraitsList"/>
    <dgm:cxn modelId="{CE33F966-DAFD-49F1-9EED-19AEFB81BFB7}" srcId="{5C72703F-EB58-4B0C-8B2A-EDF2A51B2C6C}" destId="{8A8EBD36-2718-4493-93C3-9A62EEA31684}" srcOrd="4" destOrd="0" parTransId="{9E91E14E-A2DB-4093-BDF6-488E5C0C515E}" sibTransId="{00BFE368-1232-410C-ACD4-83F42F350783}"/>
    <dgm:cxn modelId="{540FED75-CB4E-4EAD-804F-81226869B095}" type="presOf" srcId="{1E293C9C-50F7-4DF0-A45F-EF6AA41E15B2}" destId="{866F95BB-E9D9-40E2-AB9F-99D5F69BA82A}" srcOrd="0" destOrd="0" presId="urn:microsoft.com/office/officeart/2019/1/layout/PeoplePortraitsList"/>
    <dgm:cxn modelId="{F181C58A-45F1-4F82-95F9-D6D2B298BC85}" type="presOf" srcId="{082BA997-F2E7-4F0B-A1B1-D48DCCD07C1C}" destId="{D604221C-5889-484F-BD85-82E201BE60C7}" srcOrd="0" destOrd="0" presId="urn:microsoft.com/office/officeart/2019/1/layout/PeoplePortraitsList"/>
    <dgm:cxn modelId="{103DE3A3-70BD-4C08-B354-5518A18B954E}" type="presOf" srcId="{DA3F2F2F-B5A8-4CFD-ABCE-1BC48CD913AF}" destId="{9B5C14B8-8D61-4009-9F8C-194486F530FA}" srcOrd="0" destOrd="0" presId="urn:microsoft.com/office/officeart/2019/1/layout/PeoplePortraitsList"/>
    <dgm:cxn modelId="{3CE0F4B0-4522-432C-9FD0-9E543D97AC75}" srcId="{5C72703F-EB58-4B0C-8B2A-EDF2A51B2C6C}" destId="{082BA997-F2E7-4F0B-A1B1-D48DCCD07C1C}" srcOrd="3" destOrd="0" parTransId="{0FCC6432-C5E8-4C32-8A2A-8A677B702CFC}" sibTransId="{00636D62-FC57-4E94-B6E0-FAEC08A3EE77}"/>
    <dgm:cxn modelId="{E6EDE7CF-5B3F-4E2C-99EE-D5462F0EC9CE}" srcId="{5C72703F-EB58-4B0C-8B2A-EDF2A51B2C6C}" destId="{23CA95F9-8BCF-40C1-B842-BCFFD43632F6}" srcOrd="0" destOrd="0" parTransId="{FC4F4986-5DCD-4DC2-B7FD-2C5FABEF9979}" sibTransId="{D868EA7F-D868-4231-86D5-66D9B2DF2F62}"/>
    <dgm:cxn modelId="{307321D6-32A9-4F29-A35B-8328C6417311}" srcId="{5C72703F-EB58-4B0C-8B2A-EDF2A51B2C6C}" destId="{DA3F2F2F-B5A8-4CFD-ABCE-1BC48CD913AF}" srcOrd="2" destOrd="0" parTransId="{D4AFA5E0-6624-49A6-B10B-4FFA7483C001}" sibTransId="{038FE749-6004-418E-86C7-7C1B1D7930F4}"/>
    <dgm:cxn modelId="{DE44E4D8-C5CF-4438-860F-3C376D4D64F5}" type="presOf" srcId="{23CA95F9-8BCF-40C1-B842-BCFFD43632F6}" destId="{FDFAF16A-4FD0-49F4-8593-32E9A31A4FF7}" srcOrd="0" destOrd="0" presId="urn:microsoft.com/office/officeart/2019/1/layout/PeoplePortraitsList"/>
    <dgm:cxn modelId="{74A68EEE-876E-4134-B088-DC53246E11FE}" type="presOf" srcId="{5C72703F-EB58-4B0C-8B2A-EDF2A51B2C6C}" destId="{BF30E86D-EAFC-44CE-B56C-D7C5EC7742F3}" srcOrd="0" destOrd="0" presId="urn:microsoft.com/office/officeart/2019/1/layout/PeoplePortraitsList"/>
    <dgm:cxn modelId="{3D9D2C87-FAC6-440F-8296-405914DA77FA}" type="presParOf" srcId="{BF30E86D-EAFC-44CE-B56C-D7C5EC7742F3}" destId="{34A89649-B4A9-4A6F-8793-5A3DB37DDDA6}" srcOrd="0" destOrd="0" presId="urn:microsoft.com/office/officeart/2019/1/layout/PeoplePortraitsList"/>
    <dgm:cxn modelId="{10208EBB-3996-40BD-88FB-7743A0FCFC0C}" type="presParOf" srcId="{34A89649-B4A9-4A6F-8793-5A3DB37DDDA6}" destId="{FFB9F511-6797-4909-9D3B-89EBC96F25A8}" srcOrd="0" destOrd="0" presId="urn:microsoft.com/office/officeart/2019/1/layout/PeoplePortraitsList"/>
    <dgm:cxn modelId="{680FCFE1-C0D6-41B7-81EE-34F07569A758}" type="presParOf" srcId="{34A89649-B4A9-4A6F-8793-5A3DB37DDDA6}" destId="{73073D5B-7ADA-4F8B-AD34-0BE114905A44}" srcOrd="1" destOrd="0" presId="urn:microsoft.com/office/officeart/2019/1/layout/PeoplePortraitsList"/>
    <dgm:cxn modelId="{84E22014-947A-4B8C-A1FF-A1E4AAD40AF2}" type="presParOf" srcId="{34A89649-B4A9-4A6F-8793-5A3DB37DDDA6}" destId="{EE33220B-2292-4F19-BD6E-B7F529CD8414}" srcOrd="2" destOrd="0" presId="urn:microsoft.com/office/officeart/2019/1/layout/PeoplePortraitsList"/>
    <dgm:cxn modelId="{6B5D3C86-47CA-4D7E-A443-7DF8A6130E63}" type="presParOf" srcId="{34A89649-B4A9-4A6F-8793-5A3DB37DDDA6}" destId="{FDFAF16A-4FD0-49F4-8593-32E9A31A4FF7}" srcOrd="3" destOrd="0" presId="urn:microsoft.com/office/officeart/2019/1/layout/PeoplePortraitsList"/>
    <dgm:cxn modelId="{119527D7-3755-4E3D-BC66-7A27143BBB8B}" type="presParOf" srcId="{34A89649-B4A9-4A6F-8793-5A3DB37DDDA6}" destId="{EEB88C88-E325-43D0-B163-BFD87C897361}" srcOrd="4" destOrd="0" presId="urn:microsoft.com/office/officeart/2019/1/layout/PeoplePortraitsList"/>
    <dgm:cxn modelId="{8B410EAE-BFFA-4BD7-B4BA-16AABEF1EAA9}" type="presParOf" srcId="{34A89649-B4A9-4A6F-8793-5A3DB37DDDA6}" destId="{7D166BBB-55AF-452C-B9A0-94A1EE55FF4F}" srcOrd="5" destOrd="0" presId="urn:microsoft.com/office/officeart/2019/1/layout/PeoplePortraitsList"/>
    <dgm:cxn modelId="{02A3AE73-815E-459E-B530-44D4C95EF771}" type="presParOf" srcId="{34A89649-B4A9-4A6F-8793-5A3DB37DDDA6}" destId="{860D3358-284A-4827-88CC-2F74FF5A1E56}" srcOrd="6" destOrd="0" presId="urn:microsoft.com/office/officeart/2019/1/layout/PeoplePortraitsList"/>
    <dgm:cxn modelId="{6C30D5CD-53EE-463E-B6E2-B237F041E4C3}" type="presParOf" srcId="{BF30E86D-EAFC-44CE-B56C-D7C5EC7742F3}" destId="{0D4A0804-490F-47AA-B7FA-08C890B0D841}" srcOrd="1" destOrd="0" presId="urn:microsoft.com/office/officeart/2019/1/layout/PeoplePortraitsList"/>
    <dgm:cxn modelId="{E4C40201-6BC4-420D-A8E7-A3465911B5D7}" type="presParOf" srcId="{BF30E86D-EAFC-44CE-B56C-D7C5EC7742F3}" destId="{E40BB94D-AE1C-4F05-8AA5-E9FA9A8CCCDE}" srcOrd="2" destOrd="0" presId="urn:microsoft.com/office/officeart/2019/1/layout/PeoplePortraitsList"/>
    <dgm:cxn modelId="{DF091FE9-5356-4A17-932D-C2EAD2530E8C}" type="presParOf" srcId="{E40BB94D-AE1C-4F05-8AA5-E9FA9A8CCCDE}" destId="{1BC7C3C6-BE78-4F0A-9E69-54742F1AA0F3}" srcOrd="0" destOrd="0" presId="urn:microsoft.com/office/officeart/2019/1/layout/PeoplePortraitsList"/>
    <dgm:cxn modelId="{43A6DAE1-8229-474F-B737-E5233B5044F7}" type="presParOf" srcId="{E40BB94D-AE1C-4F05-8AA5-E9FA9A8CCCDE}" destId="{25238F18-07B8-41D8-8BD9-9F8514E8F9C4}" srcOrd="1" destOrd="0" presId="urn:microsoft.com/office/officeart/2019/1/layout/PeoplePortraitsList"/>
    <dgm:cxn modelId="{811B328F-D513-4A25-BB09-9EDD8689ED34}" type="presParOf" srcId="{E40BB94D-AE1C-4F05-8AA5-E9FA9A8CCCDE}" destId="{6FFE343B-847F-4D3F-A2F9-B95E826EC656}" srcOrd="2" destOrd="0" presId="urn:microsoft.com/office/officeart/2019/1/layout/PeoplePortraitsList"/>
    <dgm:cxn modelId="{B86088D4-B825-4152-895F-72CD7428D68F}" type="presParOf" srcId="{E40BB94D-AE1C-4F05-8AA5-E9FA9A8CCCDE}" destId="{866F95BB-E9D9-40E2-AB9F-99D5F69BA82A}" srcOrd="3" destOrd="0" presId="urn:microsoft.com/office/officeart/2019/1/layout/PeoplePortraitsList"/>
    <dgm:cxn modelId="{9DF4ADBA-E8BF-45F3-B4C1-57BC4E46838A}" type="presParOf" srcId="{E40BB94D-AE1C-4F05-8AA5-E9FA9A8CCCDE}" destId="{B22197FE-7BF1-485D-9B2D-0AD12CF41435}" srcOrd="4" destOrd="0" presId="urn:microsoft.com/office/officeart/2019/1/layout/PeoplePortraitsList"/>
    <dgm:cxn modelId="{AE599A69-85C5-4380-827C-D751478A667D}" type="presParOf" srcId="{E40BB94D-AE1C-4F05-8AA5-E9FA9A8CCCDE}" destId="{1223E777-77CB-4A9A-BF21-12B513842696}" srcOrd="5" destOrd="0" presId="urn:microsoft.com/office/officeart/2019/1/layout/PeoplePortraitsList"/>
    <dgm:cxn modelId="{F8E06700-DE35-4D59-8FE6-04C15FF36365}" type="presParOf" srcId="{E40BB94D-AE1C-4F05-8AA5-E9FA9A8CCCDE}" destId="{48A93FE3-F550-4840-B560-2DB8553BED7D}" srcOrd="6" destOrd="0" presId="urn:microsoft.com/office/officeart/2019/1/layout/PeoplePortraitsList"/>
    <dgm:cxn modelId="{B3BC6484-B724-49D7-B0A5-B96774D6C5A7}" type="presParOf" srcId="{BF30E86D-EAFC-44CE-B56C-D7C5EC7742F3}" destId="{DCDF700C-8587-4AD0-95CF-A8CEBB3AD30B}" srcOrd="3" destOrd="0" presId="urn:microsoft.com/office/officeart/2019/1/layout/PeoplePortraitsList"/>
    <dgm:cxn modelId="{123A582B-C4F8-4519-967F-856EBB9F6F06}" type="presParOf" srcId="{BF30E86D-EAFC-44CE-B56C-D7C5EC7742F3}" destId="{D5C9CF54-A3DB-4262-A188-C006BBF08A29}" srcOrd="4" destOrd="0" presId="urn:microsoft.com/office/officeart/2019/1/layout/PeoplePortraitsList"/>
    <dgm:cxn modelId="{0A329E61-D0BD-4638-AFBB-ECC1E1BB2FE5}" type="presParOf" srcId="{D5C9CF54-A3DB-4262-A188-C006BBF08A29}" destId="{EB21A753-DAF6-4914-9F97-D017DE4534D0}" srcOrd="0" destOrd="0" presId="urn:microsoft.com/office/officeart/2019/1/layout/PeoplePortraitsList"/>
    <dgm:cxn modelId="{4E8CFC80-611A-4174-A442-0AFBB471F58A}" type="presParOf" srcId="{D5C9CF54-A3DB-4262-A188-C006BBF08A29}" destId="{418E44D8-60E4-4008-9F09-1A652C62E8A6}" srcOrd="1" destOrd="0" presId="urn:microsoft.com/office/officeart/2019/1/layout/PeoplePortraitsList"/>
    <dgm:cxn modelId="{D991B0D3-565F-44D9-A83F-197781E114D0}" type="presParOf" srcId="{D5C9CF54-A3DB-4262-A188-C006BBF08A29}" destId="{51349271-76B0-4CC0-A678-325A9A4D3475}" srcOrd="2" destOrd="0" presId="urn:microsoft.com/office/officeart/2019/1/layout/PeoplePortraitsList"/>
    <dgm:cxn modelId="{7FC54EBB-A416-48DA-AADE-209AE477B46E}" type="presParOf" srcId="{D5C9CF54-A3DB-4262-A188-C006BBF08A29}" destId="{9B5C14B8-8D61-4009-9F8C-194486F530FA}" srcOrd="3" destOrd="0" presId="urn:microsoft.com/office/officeart/2019/1/layout/PeoplePortraitsList"/>
    <dgm:cxn modelId="{2DCC0C79-D17C-4625-A51E-8C6146272B0A}" type="presParOf" srcId="{D5C9CF54-A3DB-4262-A188-C006BBF08A29}" destId="{7C23080D-6185-431F-BAF8-5277AA3C0E29}" srcOrd="4" destOrd="0" presId="urn:microsoft.com/office/officeart/2019/1/layout/PeoplePortraitsList"/>
    <dgm:cxn modelId="{A2D210FF-C687-4AED-82B0-395AAD28B698}" type="presParOf" srcId="{D5C9CF54-A3DB-4262-A188-C006BBF08A29}" destId="{EE420F84-477D-4635-BEF8-66426E9A259D}" srcOrd="5" destOrd="0" presId="urn:microsoft.com/office/officeart/2019/1/layout/PeoplePortraitsList"/>
    <dgm:cxn modelId="{948ADD0E-8022-4129-AB57-AF1F16DEEC20}" type="presParOf" srcId="{D5C9CF54-A3DB-4262-A188-C006BBF08A29}" destId="{DB61A93F-5AE0-4A97-AFE4-E1EA7F61D044}" srcOrd="6" destOrd="0" presId="urn:microsoft.com/office/officeart/2019/1/layout/PeoplePortraitsList"/>
    <dgm:cxn modelId="{2FF5BF10-D037-4AFD-B516-79B7C38B4D2E}" type="presParOf" srcId="{BF30E86D-EAFC-44CE-B56C-D7C5EC7742F3}" destId="{E22652B6-058F-4450-8A74-847361A4FB8C}" srcOrd="5" destOrd="0" presId="urn:microsoft.com/office/officeart/2019/1/layout/PeoplePortraitsList"/>
    <dgm:cxn modelId="{244A7493-51A7-4B86-B100-1F9D2760A962}" type="presParOf" srcId="{BF30E86D-EAFC-44CE-B56C-D7C5EC7742F3}" destId="{16E98387-6163-44F9-AB37-BC4FA4B5C831}" srcOrd="6" destOrd="0" presId="urn:microsoft.com/office/officeart/2019/1/layout/PeoplePortraitsList"/>
    <dgm:cxn modelId="{B516C47B-33CC-4373-8DA8-B22B0F617988}" type="presParOf" srcId="{16E98387-6163-44F9-AB37-BC4FA4B5C831}" destId="{D27CE158-FC1B-4874-9FD4-D2BDAB9375AE}" srcOrd="0" destOrd="0" presId="urn:microsoft.com/office/officeart/2019/1/layout/PeoplePortraitsList"/>
    <dgm:cxn modelId="{DD4961C6-76C9-48C6-B484-054D545FBEE3}" type="presParOf" srcId="{16E98387-6163-44F9-AB37-BC4FA4B5C831}" destId="{6DDEABAD-65AD-4100-8D77-366B02CB7075}" srcOrd="1" destOrd="0" presId="urn:microsoft.com/office/officeart/2019/1/layout/PeoplePortraitsList"/>
    <dgm:cxn modelId="{8C1D8C32-1A5D-4CC5-A5F9-C5D96123EE44}" type="presParOf" srcId="{16E98387-6163-44F9-AB37-BC4FA4B5C831}" destId="{73996049-4F28-41D9-BDCC-84AA266E1673}" srcOrd="2" destOrd="0" presId="urn:microsoft.com/office/officeart/2019/1/layout/PeoplePortraitsList"/>
    <dgm:cxn modelId="{53F4E927-E1E7-4BEB-A34B-C3E328841BD3}" type="presParOf" srcId="{16E98387-6163-44F9-AB37-BC4FA4B5C831}" destId="{D604221C-5889-484F-BD85-82E201BE60C7}" srcOrd="3" destOrd="0" presId="urn:microsoft.com/office/officeart/2019/1/layout/PeoplePortraitsList"/>
    <dgm:cxn modelId="{AF2FDADC-3981-444F-BD53-E317D2141F7A}" type="presParOf" srcId="{16E98387-6163-44F9-AB37-BC4FA4B5C831}" destId="{AC71A4B0-A884-47CB-B270-7C07F921A660}" srcOrd="4" destOrd="0" presId="urn:microsoft.com/office/officeart/2019/1/layout/PeoplePortraitsList"/>
    <dgm:cxn modelId="{65FDBFA4-9156-441B-A888-A7A0B5CF71B6}" type="presParOf" srcId="{16E98387-6163-44F9-AB37-BC4FA4B5C831}" destId="{63D3EAED-B66C-49BD-AFD9-06CFEB84602A}" srcOrd="5" destOrd="0" presId="urn:microsoft.com/office/officeart/2019/1/layout/PeoplePortraitsList"/>
    <dgm:cxn modelId="{8B84A50F-4079-4183-AC1D-B19CE28E63EF}" type="presParOf" srcId="{16E98387-6163-44F9-AB37-BC4FA4B5C831}" destId="{843CD3F1-D523-4C82-A0CF-B1B8565E3551}" srcOrd="6" destOrd="0" presId="urn:microsoft.com/office/officeart/2019/1/layout/PeoplePortraitsList"/>
    <dgm:cxn modelId="{D49858CB-CC3C-4A8A-9C9C-66A647F445FB}" type="presParOf" srcId="{BF30E86D-EAFC-44CE-B56C-D7C5EC7742F3}" destId="{BFECE7DE-8BDD-49D2-8011-F252840D224D}" srcOrd="7" destOrd="0" presId="urn:microsoft.com/office/officeart/2019/1/layout/PeoplePortraitsList"/>
    <dgm:cxn modelId="{AB1FD380-231F-4B1A-83BB-0F60976B7A7B}" type="presParOf" srcId="{BF30E86D-EAFC-44CE-B56C-D7C5EC7742F3}" destId="{0A24F885-2AAF-4F9E-B9F2-EFE88537CA10}" srcOrd="8" destOrd="0" presId="urn:microsoft.com/office/officeart/2019/1/layout/PeoplePortraitsList"/>
    <dgm:cxn modelId="{AF4127FF-AB46-42C8-B199-418B1AA1DF02}" type="presParOf" srcId="{0A24F885-2AAF-4F9E-B9F2-EFE88537CA10}" destId="{A5B0A75B-09A8-4EC5-ADC2-F57039AEAA6D}" srcOrd="0" destOrd="0" presId="urn:microsoft.com/office/officeart/2019/1/layout/PeoplePortraitsList"/>
    <dgm:cxn modelId="{429F6F6B-B401-4751-9024-3C271BE689EE}" type="presParOf" srcId="{0A24F885-2AAF-4F9E-B9F2-EFE88537CA10}" destId="{5AB70118-9015-4D45-BA6F-02E459D382D2}" srcOrd="1" destOrd="0" presId="urn:microsoft.com/office/officeart/2019/1/layout/PeoplePortraitsList"/>
    <dgm:cxn modelId="{20B04121-0482-4114-AE98-98DDB1D07147}" type="presParOf" srcId="{0A24F885-2AAF-4F9E-B9F2-EFE88537CA10}" destId="{44934966-3F0A-42E8-A4E2-1CB4DB703C73}" srcOrd="2" destOrd="0" presId="urn:microsoft.com/office/officeart/2019/1/layout/PeoplePortraitsList"/>
    <dgm:cxn modelId="{E82D4CE6-EB04-4155-9978-AB040D8E34AD}" type="presParOf" srcId="{0A24F885-2AAF-4F9E-B9F2-EFE88537CA10}" destId="{C0EC89C1-C2CC-42F5-8E71-DFE2D578B92E}" srcOrd="3" destOrd="0" presId="urn:microsoft.com/office/officeart/2019/1/layout/PeoplePortraitsList"/>
    <dgm:cxn modelId="{58D4AAE9-57DA-4A00-B0A8-94011797834C}" type="presParOf" srcId="{0A24F885-2AAF-4F9E-B9F2-EFE88537CA10}" destId="{129F0E86-F22E-4859-8F4A-084902276FD1}" srcOrd="4" destOrd="0" presId="urn:microsoft.com/office/officeart/2019/1/layout/PeoplePortraitsList"/>
    <dgm:cxn modelId="{06E7399F-9414-463F-BDE6-1E1268FFBBA2}" type="presParOf" srcId="{0A24F885-2AAF-4F9E-B9F2-EFE88537CA10}" destId="{21FA75F0-A4B3-4F19-8792-FB8C8C184D48}" srcOrd="5" destOrd="0" presId="urn:microsoft.com/office/officeart/2019/1/layout/PeoplePortraitsList"/>
    <dgm:cxn modelId="{A73AC55D-4629-41D1-BF73-1E0075F05A50}" type="presParOf" srcId="{0A24F885-2AAF-4F9E-B9F2-EFE88537CA10}" destId="{50B84B26-2BCC-4871-90CE-53B9F63B95F3}" srcOrd="6" destOrd="0" presId="urn:microsoft.com/office/officeart/2019/1/layout/PeoplePortraits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73D5B-7ADA-4F8B-AD34-0BE114905A44}">
      <dsp:nvSpPr>
        <dsp:cNvPr id="0" name=""/>
        <dsp:cNvSpPr/>
      </dsp:nvSpPr>
      <dsp:spPr>
        <a:xfrm>
          <a:off x="10165" y="460123"/>
          <a:ext cx="2021845" cy="24688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AF16A-4FD0-49F4-8593-32E9A31A4FF7}">
      <dsp:nvSpPr>
        <dsp:cNvPr id="0" name=""/>
        <dsp:cNvSpPr/>
      </dsp:nvSpPr>
      <dsp:spPr>
        <a:xfrm>
          <a:off x="9525003" y="3100323"/>
          <a:ext cx="1468049" cy="487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2000" b="0" kern="1200" noProof="0">
              <a:solidFill>
                <a:schemeClr val="bg1">
                  <a:lumMod val="95000"/>
                </a:schemeClr>
              </a:solidFill>
              <a:latin typeface="+mj-lt"/>
            </a:rPr>
            <a:t>Hilal </a:t>
          </a:r>
          <a:r>
            <a:rPr lang="tr-TR" sz="2000" b="0" kern="1200" noProof="0" err="1">
              <a:solidFill>
                <a:schemeClr val="bg1">
                  <a:lumMod val="95000"/>
                </a:schemeClr>
              </a:solidFill>
              <a:latin typeface="+mj-lt"/>
            </a:rPr>
            <a:t>Dedek</a:t>
          </a:r>
          <a:endParaRPr lang="tr-TR" sz="1600" b="0" kern="1200" noProof="0">
            <a:solidFill>
              <a:schemeClr val="bg1">
                <a:lumMod val="95000"/>
              </a:schemeClr>
            </a:solidFill>
            <a:latin typeface="+mj-lt"/>
          </a:endParaRPr>
        </a:p>
        <a:p>
          <a:pPr marL="0" lvl="0" indent="0" algn="ctr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1600" b="0" kern="1200" noProof="0">
              <a:solidFill>
                <a:schemeClr val="bg1">
                  <a:lumMod val="95000"/>
                </a:schemeClr>
              </a:solidFill>
              <a:latin typeface="+mj-lt"/>
            </a:rPr>
            <a:t>İş Analisti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1600" b="0" kern="1200" noProof="0">
              <a:solidFill>
                <a:schemeClr val="bg1">
                  <a:lumMod val="95000"/>
                </a:schemeClr>
              </a:solidFill>
              <a:latin typeface="+mj-lt"/>
            </a:rPr>
            <a:t>Yazılım Geliştirici</a:t>
          </a:r>
          <a:endParaRPr lang="tr-TR" sz="1600" kern="120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endParaRPr lang="tr-TR" sz="2000" b="0" kern="1200" noProof="0">
            <a:solidFill>
              <a:schemeClr val="bg1">
                <a:lumMod val="95000"/>
              </a:schemeClr>
            </a:solidFill>
            <a:latin typeface="+mj-lt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endParaRPr lang="tr-TR" sz="2000" b="0" kern="1200" noProof="0">
            <a:solidFill>
              <a:schemeClr val="bg1">
                <a:lumMod val="95000"/>
              </a:schemeClr>
            </a:solidFill>
            <a:latin typeface="+mj-lt"/>
          </a:endParaRPr>
        </a:p>
      </dsp:txBody>
      <dsp:txXfrm>
        <a:off x="9525003" y="3100323"/>
        <a:ext cx="1468049" cy="487349"/>
      </dsp:txXfrm>
    </dsp:sp>
    <dsp:sp modelId="{7D166BBB-55AF-452C-B9A0-94A1EE55FF4F}">
      <dsp:nvSpPr>
        <dsp:cNvPr id="0" name=""/>
        <dsp:cNvSpPr/>
      </dsp:nvSpPr>
      <dsp:spPr>
        <a:xfrm>
          <a:off x="238046" y="3416310"/>
          <a:ext cx="1468049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38F18-07B8-41D8-8BD9-9F8514E8F9C4}">
      <dsp:nvSpPr>
        <dsp:cNvPr id="0" name=""/>
        <dsp:cNvSpPr/>
      </dsp:nvSpPr>
      <dsp:spPr>
        <a:xfrm>
          <a:off x="2359491" y="470277"/>
          <a:ext cx="2021845" cy="246888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F95BB-E9D9-40E2-AB9F-99D5F69BA82A}">
      <dsp:nvSpPr>
        <dsp:cNvPr id="0" name=""/>
        <dsp:cNvSpPr/>
      </dsp:nvSpPr>
      <dsp:spPr>
        <a:xfrm>
          <a:off x="2540412" y="3051610"/>
          <a:ext cx="1551375" cy="1036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2000" b="0" kern="1200" noProof="0">
              <a:solidFill>
                <a:schemeClr val="bg1">
                  <a:lumMod val="95000"/>
                </a:schemeClr>
              </a:solidFill>
            </a:rPr>
            <a:t>Bünyamin Kalkan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1600" b="0" kern="1200" noProof="0">
              <a:solidFill>
                <a:schemeClr val="bg1">
                  <a:lumMod val="95000"/>
                </a:schemeClr>
              </a:solidFill>
            </a:rPr>
            <a:t>Test/Kalite Kontrol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1600" b="0" kern="1200" noProof="0">
              <a:solidFill>
                <a:schemeClr val="bg1">
                  <a:lumMod val="95000"/>
                </a:schemeClr>
              </a:solidFill>
              <a:latin typeface="Univers"/>
            </a:rPr>
            <a:t>Yazılım Geliştirici</a:t>
          </a:r>
          <a:endParaRPr lang="tr-TR" sz="2000" b="0" kern="1200" noProof="0">
            <a:solidFill>
              <a:schemeClr val="bg1">
                <a:lumMod val="95000"/>
              </a:schemeClr>
            </a:solidFill>
            <a:latin typeface="Univers"/>
          </a:endParaRPr>
        </a:p>
        <a:p>
          <a:pPr marL="0" lvl="0" indent="0" algn="ctr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endParaRPr lang="tr-TR" sz="2000" b="0" kern="1200" noProof="0">
            <a:solidFill>
              <a:schemeClr val="bg1">
                <a:lumMod val="95000"/>
              </a:schemeClr>
            </a:solidFill>
            <a:latin typeface="Univers"/>
          </a:endParaRPr>
        </a:p>
      </dsp:txBody>
      <dsp:txXfrm>
        <a:off x="2540412" y="3051610"/>
        <a:ext cx="1551375" cy="1036256"/>
      </dsp:txXfrm>
    </dsp:sp>
    <dsp:sp modelId="{1223E777-77CB-4A9A-BF21-12B513842696}">
      <dsp:nvSpPr>
        <dsp:cNvPr id="0" name=""/>
        <dsp:cNvSpPr/>
      </dsp:nvSpPr>
      <dsp:spPr>
        <a:xfrm>
          <a:off x="2531383" y="3416310"/>
          <a:ext cx="1551375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8E44D8-60E4-4008-9F09-1A652C62E8A6}">
      <dsp:nvSpPr>
        <dsp:cNvPr id="0" name=""/>
        <dsp:cNvSpPr/>
      </dsp:nvSpPr>
      <dsp:spPr>
        <a:xfrm>
          <a:off x="4627881" y="499105"/>
          <a:ext cx="2021845" cy="24688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C14B8-8D61-4009-9F8C-194486F530FA}">
      <dsp:nvSpPr>
        <dsp:cNvPr id="0" name=""/>
        <dsp:cNvSpPr/>
      </dsp:nvSpPr>
      <dsp:spPr>
        <a:xfrm>
          <a:off x="201170" y="3122297"/>
          <a:ext cx="1551375" cy="487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2000" b="0" kern="1200" noProof="0">
              <a:solidFill>
                <a:schemeClr val="bg1">
                  <a:lumMod val="95000"/>
                </a:schemeClr>
              </a:solidFill>
            </a:rPr>
            <a:t>Barış Keskin</a:t>
          </a:r>
          <a:endParaRPr lang="tr-TR" sz="1600" b="0" kern="1200" noProof="0">
            <a:solidFill>
              <a:schemeClr val="bg1">
                <a:lumMod val="95000"/>
              </a:schemeClr>
            </a:solidFill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tr-TR" sz="1600" b="0" kern="1200" noProof="0">
              <a:solidFill>
                <a:schemeClr val="bg1"/>
              </a:solidFill>
            </a:rPr>
            <a:t>Analiz ve Tasarım Uzmanı</a:t>
          </a:r>
          <a:endParaRPr lang="tr-TR" sz="1600" b="0" kern="1200">
            <a:solidFill>
              <a:schemeClr val="bg1"/>
            </a:solidFill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endParaRPr lang="tr-TR" sz="1600" b="0" kern="1200" noProof="0">
            <a:solidFill>
              <a:schemeClr val="bg1">
                <a:lumMod val="95000"/>
              </a:schemeClr>
            </a:solidFill>
          </a:endParaRPr>
        </a:p>
      </dsp:txBody>
      <dsp:txXfrm>
        <a:off x="201170" y="3122297"/>
        <a:ext cx="1551375" cy="487349"/>
      </dsp:txXfrm>
    </dsp:sp>
    <dsp:sp modelId="{EE420F84-477D-4635-BEF8-66426E9A259D}">
      <dsp:nvSpPr>
        <dsp:cNvPr id="0" name=""/>
        <dsp:cNvSpPr/>
      </dsp:nvSpPr>
      <dsp:spPr>
        <a:xfrm>
          <a:off x="4824720" y="3416310"/>
          <a:ext cx="1551375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DEABAD-65AD-4100-8D77-366B02CB7075}">
      <dsp:nvSpPr>
        <dsp:cNvPr id="0" name=""/>
        <dsp:cNvSpPr/>
      </dsp:nvSpPr>
      <dsp:spPr>
        <a:xfrm>
          <a:off x="6900352" y="500646"/>
          <a:ext cx="2069224" cy="2469607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4221C-5889-484F-BD85-82E201BE60C7}">
      <dsp:nvSpPr>
        <dsp:cNvPr id="0" name=""/>
        <dsp:cNvSpPr/>
      </dsp:nvSpPr>
      <dsp:spPr>
        <a:xfrm>
          <a:off x="7141746" y="2863690"/>
          <a:ext cx="1551375" cy="487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endParaRPr lang="tr-TR" sz="1800" kern="1200"/>
        </a:p>
      </dsp:txBody>
      <dsp:txXfrm>
        <a:off x="7141746" y="2863690"/>
        <a:ext cx="1551375" cy="487349"/>
      </dsp:txXfrm>
    </dsp:sp>
    <dsp:sp modelId="{63D3EAED-B66C-49BD-AFD9-06CFEB84602A}">
      <dsp:nvSpPr>
        <dsp:cNvPr id="0" name=""/>
        <dsp:cNvSpPr/>
      </dsp:nvSpPr>
      <dsp:spPr>
        <a:xfrm>
          <a:off x="7141746" y="3416310"/>
          <a:ext cx="1551375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70118-9015-4D45-BA6F-02E459D382D2}">
      <dsp:nvSpPr>
        <dsp:cNvPr id="0" name=""/>
        <dsp:cNvSpPr/>
      </dsp:nvSpPr>
      <dsp:spPr>
        <a:xfrm>
          <a:off x="9226349" y="501218"/>
          <a:ext cx="2035699" cy="24696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C89C1-C2CC-42F5-8E71-DFE2D578B92E}">
      <dsp:nvSpPr>
        <dsp:cNvPr id="0" name=""/>
        <dsp:cNvSpPr/>
      </dsp:nvSpPr>
      <dsp:spPr>
        <a:xfrm>
          <a:off x="9465699" y="2863690"/>
          <a:ext cx="1551375" cy="487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endParaRPr lang="tr-TR" sz="1800" kern="1200"/>
        </a:p>
      </dsp:txBody>
      <dsp:txXfrm>
        <a:off x="9465699" y="2863690"/>
        <a:ext cx="1551375" cy="487349"/>
      </dsp:txXfrm>
    </dsp:sp>
    <dsp:sp modelId="{21FA75F0-A4B3-4F19-8792-FB8C8C184D48}">
      <dsp:nvSpPr>
        <dsp:cNvPr id="0" name=""/>
        <dsp:cNvSpPr/>
      </dsp:nvSpPr>
      <dsp:spPr>
        <a:xfrm>
          <a:off x="9465699" y="3416310"/>
          <a:ext cx="1551375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9/1/layout/PeoplePortraitsList">
  <dgm:title val="İnsan Portresi Listesi"/>
  <dgm:desc val="İnsan Portresi Listesi"/>
  <dgm:catLst>
    <dgm:cat type="list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/>
      <dgm:constr type="w" for="ch" forName="compNode" refType="h" refFor="ch" refForName="compNode" fact="0.55"/>
      <dgm:constr type="w" for="ch" forName="sibTrans" refType="w" refFor="ch" refForName="compNode" fact="0.175"/>
      <dgm:constr type="primFontSz" for="des" forName="nameTx" val="18"/>
      <dgm:constr type="primFontSz" for="des" forName="desTx" refType="primFontSz" refFor="des" refForName="nameTx" op="lte" fact="0.75"/>
      <dgm:constr type="h" for="des" forName="topSpace" op="equ"/>
      <dgm:constr type="h" for="des" forName="compNode" op="equ"/>
      <dgm:constr type="h" for="des" forName="photoElip" op="equ"/>
      <dgm:constr type="w" for="des" forName="photoElip" op="equ"/>
      <dgm:constr type="l" for="des" forName="photoElip" op="equ"/>
      <dgm:constr type="h" for="des" forName="iconSpace" op="equ"/>
      <dgm:constr type="h" for="des" forName="nameTx" op="equ"/>
      <dgm:constr type="h" for="des" forName="txSpace" op="equ"/>
      <dgm:constr type="h" for="des" forName="desTx" op="equ"/>
      <dgm:constr type="h" for="des" forName="bottSpace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topSpace" refType="w"/>
          <dgm:constr type="h" for="ch" forName="topSpace" refType="h" fact="0.187"/>
          <dgm:constr type="l" for="ch" forName="topSpace"/>
          <dgm:constr type="w" for="ch" forName="photoElip" refType="h" refFor="ch" refForName="photoElip"/>
          <dgm:constr type="h" for="ch" forName="photoElip" val="46.775"/>
          <dgm:constr type="t" for="ch" forName="photoElip" refType="b" refFor="ch" refForName="topSpace"/>
          <dgm:constr type="ctrX" for="ch" forName="photoElip" refType="w" fact="0.5"/>
          <dgm:constr type="w" for="ch" forName="iconSpace" refType="w"/>
          <dgm:constr type="h" for="ch" forName="iconSpace" refType="h" fact="0.075"/>
          <dgm:constr type="l" for="ch" forName="iconSpace"/>
          <dgm:constr type="t" for="ch" forName="iconSpace" refType="b" refFor="ch" refForName="photoElip"/>
          <dgm:constr type="w" for="ch" forName="nameTx" refType="w"/>
          <dgm:constr type="h" for="ch" forName="nameTx" refType="h" fact="0.112"/>
          <dgm:constr type="l" for="ch" forName="nameTx"/>
          <dgm:constr type="t" for="ch" forName="nameTx" refType="b" refFor="ch" refForName="iconSpace"/>
          <dgm:constr type="h" for="ch" forName="txSpace" refType="h" fact="0.015"/>
          <dgm:constr type="w" for="ch" forName="txSpace" refType="w"/>
          <dgm:constr type="l" for="ch" forName="txSpace"/>
          <dgm:constr type="t" for="ch" forName="txSpace" refType="b" refFor="ch" refForName="nameTx"/>
          <dgm:constr type="w" for="ch" forName="desTx" refType="w"/>
          <dgm:constr type="l" for="ch" forName="desTx"/>
          <dgm:constr type="h" for="ch" forName="desTx" refType="h" fact="0.13875"/>
          <dgm:constr type="t" for="ch" forName="desTx" refType="b" refFor="ch" refForName="txSpace"/>
          <dgm:constr type="w" for="ch" forName="bottSpace" refType="w"/>
          <dgm:constr type="h" for="ch" forName="bottSpace" refType="h" fact="0.067"/>
          <dgm:constr type="l" for="ch" forName="bottSpace"/>
          <dgm:constr type="t" for="ch" forName="bottSpace" refType="b" refFor="ch" refForName="desTx"/>
        </dgm:constrLst>
        <dgm:ruleLst>
          <dgm:rule type="h" val="INF" fact="NaN" max="NaN"/>
        </dgm:ruleLst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hotoElip" styleLbl="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x" styleLbl="revTx">
          <dgm:varLst>
            <dgm:chMax val="0"/>
            <dgm:chPref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HorzCh" val="ct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13"/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13" fact="NaN" max="NaN"/>
            <dgm:rule type="h" val="INF" fact="NaN" max="NaN"/>
          </dgm:ruleLst>
        </dgm:layoutNode>
        <dgm:layoutNode name="bott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ctr">
          <a:lnSpc>
            <a:spcPct val="100000"/>
          </a:lnSpc>
          <a:defRPr b="1" spc="20">
            <a:latin typeface="+mj-lt"/>
          </a:defRPr>
        </a:lvl1pPr>
        <a:lvl2pPr algn="ctr">
          <a:lnSpc>
            <a:spcPct val="100000"/>
          </a:lnSpc>
          <a:defRPr>
            <a:latin typeface="+mj-lt"/>
          </a:defRPr>
        </a:lvl2pPr>
        <a:lvl3pPr algn="ctr">
          <a:buNone/>
          <a:defRPr i="1">
            <a:latin typeface="+mj-lt"/>
          </a:defRPr>
        </a:lvl3pPr>
        <a:lvl4pPr algn="ctr">
          <a:buNone/>
          <a:defRPr i="1">
            <a:latin typeface="+mj-lt"/>
          </a:defRPr>
        </a:lvl4pPr>
        <a:lvl5pPr algn="ctr">
          <a:buNone/>
          <a:defRPr i="1">
            <a:latin typeface="+mj-lt"/>
          </a:defRPr>
        </a:lvl5pPr>
        <a:lvl6pPr algn="ctr">
          <a:buNone/>
          <a:defRPr i="1">
            <a:latin typeface="+mj-lt"/>
          </a:defRPr>
        </a:lvl6pPr>
        <a:lvl7pPr algn="ctr">
          <a:buNone/>
          <a:defRPr i="1">
            <a:latin typeface="+mj-lt"/>
          </a:defRPr>
        </a:lvl7pPr>
        <a:lvl8pPr algn="ctr">
          <a:buNone/>
          <a:defRPr i="1">
            <a:latin typeface="+mj-lt"/>
          </a:defRPr>
        </a:lvl8pPr>
        <a:lvl9pPr algn="ctr">
          <a:buNone/>
          <a:defRPr i="1">
            <a:latin typeface="+mj-lt"/>
          </a:defRPr>
        </a:lvl9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3D540216-9055-4C93-87A4-D0531F063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AA5119-4B0E-448B-AC3C-D056BBBC97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6ADF-3EC2-4D6F-9F7F-1F88E3288139}" type="datetime1">
              <a:rPr lang="tr-TR" smtClean="0"/>
              <a:t>15.04.2025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487CF48-2790-4843-BDF8-2D1DCCB4B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CE5D44-D9F9-426F-84AB-A62A927CA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90FA1-7FBD-4C37-BCAF-01F3D049D1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6621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9:50:30.3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1380 1 24575,'-1'6'0,"0"-1"0,0 1 0,0-1 0,-1 1 0,0-1 0,0 0 0,0 0 0,-1 0 0,-3 6 0,-14 31 0,8 11 0,2 1 0,-4 84 0,12-110 0,0 1 0,-2-1 0,-1 0 0,-2-1 0,0 1 0,-14 30 0,11-28 0,0 1 0,2 0 0,2 0 0,-4 37 0,5-33 0,-24 135 0,23-111 0,2-1 0,7 75 0,-1-26 0,-2-80 0,0 0 0,2 0 0,1 0 0,12 50 0,-9-55 0,-4-14 0,0 1 0,0-1 0,1 0 0,0 0 0,5 8 0,-4-16 0,-2-10 0,0-10 0,-1-464 0,-3 230 0,2 767 0,-2-492 0,-1 0 0,0 0 0,-2 0 0,0 0 0,-1-1 0,-15 34 0,4-11 0,-9 19 0,17-45 0,2 0 0,0 0 0,1 1 0,-6 33 0,-16 204 0,25-232 0,-1-1 0,-1 1 0,-1-1 0,-1 0 0,-1 0 0,-1-1 0,0 0 0,-17 26 0,17-29 0,1 1 0,0-1 0,1 2 0,2-1 0,0 1 0,1 0 0,-3 31 0,5-39 0,-1 1 0,0 0 0,-1-1 0,-1 1 0,0-1 0,0 0 0,-1-1 0,-1 1 0,0-1 0,0-1 0,-1 1 0,0-1 0,-1-1 0,0 1 0,-1-1 0,-14 10 0,23-18 0,0 0 0,-1-1 0,1 1 0,0 0 0,0-1 0,0 1 0,-1 0 0,1-1 0,0 1 0,-1-1 0,1 0 0,0 0 0,-1 1 0,1-1 0,0 0 0,-1 0 0,1 0 0,0 0 0,-1 0 0,1-1 0,-1 1 0,1 0 0,0-1 0,0 1 0,-1-1 0,1 1 0,0-1 0,0 1 0,-1-1 0,1 0 0,0 0 0,0 0 0,0 1 0,0-1 0,0 0 0,0 0 0,0-1 0,1 1 0,-1 0 0,0 0 0,0 0 0,1 0 0,-1-1 0,1 1 0,-1-3 0,-3-7 0,1 0 0,1 0 0,0-1 0,-1-17 0,2 14 0,-38-380 0,36 353 0,3 33 0,0-1 0,0 1 0,-1 0 0,-1-1 0,0 1 0,0 0 0,0 0 0,-1 0 0,-8-15 0,3 9 0,0-1 0,1 0 0,0 0 0,1-1 0,1 0 0,1 0 0,-3-28 0,3-6 0,3-65 0,1 83 0,1 30 0,-1-1 0,0 0 0,0 0 0,-1 1 0,1-1 0,-1 0 0,0 0 0,0 1 0,0-1 0,0 1 0,-1-1 0,0 1 0,1 0 0,-5-6 0,4 7 0,0 1 0,0-1 0,0 1 0,0 0 0,0 0 0,0 0 0,0 0 0,-1 0 0,1 0 0,0 0 0,-1 1 0,1-1 0,-1 1 0,1 0 0,-1-1 0,1 1 0,-1 0 0,1 1 0,-1-1 0,1 0 0,0 1 0,-1-1 0,1 1 0,-4 1 0,-38 14 0,1 1 0,0 3 0,-71 44 0,-6 3 0,-58 13 0,170-74 342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9:50:46.4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314 0 24575,'1'1'0,"1"-1"0,-1 0 0,0 1 0,0 0 0,0-1 0,0 1 0,0 0 0,0-1 0,0 1 0,0 0 0,0 0 0,0 0 0,0 0 0,0 0 0,0 0 0,-1 0 0,1 0 0,0 0 0,-1 0 0,1 1 0,-1-1 0,0 0 0,1 0 0,-1 0 0,0 1 0,0-1 0,1 0 0,-1 2 0,4 42 0,-3-40 0,1 411 0,-4-214 0,3-127 0,1-28 0,-2 0 0,-13 93 0,2-63 0,4 0 0,3 0 0,7 81 0,-1-27 0,-1-33 0,-3 115 0,0-198 0,0-1 0,-2 0 0,0 0 0,0-1 0,-1 1 0,-10 18 0,7-15 0,0 1 0,1 0 0,-4 22 0,8-28 0,1 1 0,0 1 0,1-1 0,1 0 0,0 0 0,1 0 0,0 1 0,1-1 0,1 0 0,0-1 0,0 1 0,10 21 0,-6-16 0,-2 0 0,1-1 0,-2 2 0,-1-1 0,3 36 0,-7 97 0,-1-65 0,2 1448 0,-3-1508 0,-1 1 0,0-1 0,-2 0 0,-1-1 0,-12 30 0,4-12 0,2 0 0,1 1 0,-9 72 0,17-86 0,-19 282 0,21-181 0,6 128 0,-2-239 0,2-1 0,1 0 0,0 0 0,9 19 0,-5-12 0,-8-24 0,-1 1 0,1-1 0,0 0 0,0 0 0,0 0 0,0 0 0,0 0 0,0 0 0,0 0 0,1-1 0,-1 1 0,1 0 0,-1-1 0,1 1 0,0-1 0,-1 1 0,1-1 0,0 0 0,0 0 0,0 1 0,0-2 0,0 1 0,0 0 0,1 0 0,2 0 0,-2-1 0,0 0 0,1-1 0,-1 1 0,0-1 0,0 0 0,0 0 0,0 0 0,-1 0 0,1 0 0,0-1 0,0 1 0,-1-1 0,1 0 0,-1 0 0,1 0 0,-1 0 0,0 0 0,4-5 0,14-19 0,-1-2 0,-1 0 0,24-52 0,-15 26 0,-18 37 0,-2 0 0,0-1 0,-1 1 0,-1-1 0,0 0 0,-2-1 0,3-21 0,-3-16 0,-5-59 0,0 37 0,2 67 0,1 7 0,-1-1 0,0 0 0,0 0 0,0 1 0,-1-1 0,1 0 0,-1 1 0,0-1 0,0 0 0,-1 1 0,0-1 0,-2-4 0,4 9 0,0 0 0,0 0 0,-1 0 0,1 0 0,0 0 0,0 0 0,-1 0 0,1 0 0,0 1 0,0-1 0,0 0 0,-1 0 0,1 0 0,0 0 0,0 0 0,0 0 0,-1 0 0,1 1 0,0-1 0,0 0 0,0 0 0,-1 0 0,1 0 0,0 1 0,0-1 0,0 0 0,0 0 0,0 1 0,0-1 0,-1 0 0,1 0 0,0 0 0,0 1 0,0-1 0,0 0 0,0 0 0,0 1 0,0-1 0,0 0 0,0 0 0,0 1 0,-15 46 0,-16 94 0,22-96 0,-5 35 0,-5 140 0,19 83 0,2-126 0,-1-157 0,2 0 0,0-1 0,1 1 0,12 35 0,3 11 0,30 188 0,-42-192 0,-3 1 0,-5 93 0,-1-47 0,3-11 0,-3 110 0,-2-180 0,-1-1 0,-1 1 0,-17 47 0,12-41 0,-13 59 0,6 1 0,-37 109 0,29-140 0,20-52 0,0 0 0,1 1 0,1 0 0,0 0 0,1 0 0,-3 15 0,-19 193 0,20-191 0,-2 1 0,-20 55 0,17-57 0,2-1 0,0 1 0,-6 44 0,-12 186 0,13-161 0,-39 135 0,-7 49 0,51-193 0,8 152 0,2-100 0,-2-90 0,1 60 0,-1-108 0,0 0 0,0-1 0,0 1 0,0 0 0,0 0 0,1-1 0,-1 1 0,0 0 0,1-1 0,0 1 0,-1-1 0,1 1 0,0-1 0,0 1 0,0-1 0,0 1 0,0-1 0,0 0 0,2 2 0,-3-2 0,1-1 0,0 0 0,0 0 0,0 0 0,0 0 0,0 0 0,0 0 0,0 0 0,0 0 0,0 0 0,0-1 0,0 1 0,0 0 0,0-1 0,-1 1 0,1 0 0,0-1 0,0 1 0,0-1 0,0 1 0,-1-1 0,1 0 0,0 1 0,0-2 0,7-5 0,-1-1 0,0-1 0,0 1 0,8-16 0,90-134 0,27-48 0,-119 182 0,-2-1 0,-2-1 0,0 0 0,-1 0 0,-2-1 0,-1 0 0,3-33 0,-3-197 0,-6 168 0,2 8 0,-3-83 0,2 162 0,0-1 0,0 1 0,-1-1 0,1 0 0,0 1 0,-1-1 0,0 1 0,0-1 0,1 1 0,-2 0 0,1-1 0,0 1 0,0 0 0,-1 0 0,1-1 0,-1 1 0,0 1 0,-2-4 0,4 5 0,-1-1 0,0 1 0,0 0 0,0-1 0,0 1 0,0 0 0,0 0 0,0-1 0,0 1 0,0 0 0,0 0 0,0 0 0,0 0 0,0 0 0,0 1 0,0-1 0,0 0 0,0 0 0,-1 1 0,-1 0 0,0 1 0,0-1 0,1 1 0,-1 0 0,0 0 0,1 0 0,-1 0 0,-2 4 0,-9 10 0,1 1 0,0 0 0,2 1 0,0 0 0,-12 30 0,-35 102 0,30-62 0,4 1 0,5 1 0,-16 166 0,12-111 0,14-106 0,3 0 0,-4 67 0,12 677 0,0-744 0,2 0 0,1 0 0,2-1 0,2 0 0,1 0 0,26 60 0,-33-90 0,0-1 0,1 1 0,0-1 0,1 0 0,-1 0 0,1-1 0,0 1 0,1-1 0,7 6 0,-11-10 0,1 1 0,0-1 0,1 0 0,-1-1 0,0 1 0,1 0 0,-1-1 0,0 0 0,1 0 0,0 0 0,-1 0 0,1-1 0,0 1 0,-1-1 0,1 0 0,0 0 0,-1 0 0,1-1 0,0 1 0,-1-1 0,1 0 0,5-2 0,12-7 0,0-1 0,-1 0 0,-1-2 0,0 0 0,0-1 0,-2-1 0,0-1 0,24-27 0,-31 32 0,0-1 0,-1 0 0,0-1 0,-1 0 0,12-23 0,-18 31 0,0-1 0,0 1 0,-1-1 0,1 0 0,-1 0 0,-1 1 0,1-1 0,-1 0 0,0 0 0,0 0 0,-1 0 0,1 0 0,-1 0 0,-1 1 0,1-1 0,-1 0 0,-4-8 0,-7-13 0,-32-43 0,29 46 0,-21-41 0,33 55 0,0-1 0,0 0 0,1 1 0,0-1 0,0 0 0,2 0 0,-2-19 0,6-212 0,-1 111 0,-2 1625 0,-13-1282 0,-1 7 0,15 608 0,-3-798 0,-1 0 0,-1 0 0,-11 40 0,-7 42 0,19-82 0,-2 19 0,-2 0 0,-1 0 0,-17 50 0,8-39 0,2 2 0,4 0 0,1 0 0,4 1 0,2 100 0,3-136 0,-1 0 0,-7 32 0,-2 25 0,6 401 0,8-268 0,-3-29 0,2-219 0,2-1 0,11-46 0,-4 20 0,3-2 0,3 1 0,28-66 0,22-76 0,-63 179 0,-2 0 0,0 0 0,-1 0 0,-2-31 0,-1 34 0,1 0 0,2 0 0,0 0 0,1 0 0,7-29 0,-9 50 0,0-1 0,0 0 0,0 0 0,0 0 0,0 0 0,0 0 0,0 0 0,0 0 0,1 0 0,-1 0 0,0 0 0,0 0 0,0 0 0,0 0 0,0 0 0,0 0 0,0 0 0,1 0 0,-1 0 0,0 0 0,0 0 0,0 0 0,0 0 0,0 0 0,0 0 0,0 0 0,1 0 0,-1 0 0,0 0 0,0 0 0,0 0 0,0 0 0,0 0 0,0 0 0,0 0 0,0 0 0,0 0 0,1 0 0,-1-1 0,0 1 0,0 0 0,0 0 0,0 0 0,0 0 0,0 0 0,0 0 0,0 0 0,0 0 0,0-1 0,0 1 0,0 0 0,0 0 0,0 0 0,0 0 0,0 0 0,0 0 0,0 0 0,0-1 0,4 18 0,0 28 0,-6 44 0,-4 0 0,-4-1 0,-4 0 0,-3-1 0,-47 140 0,53-194 0,2 1 0,2 0 0,0 0 0,3 0 0,1 1 0,3 65 0,4 625 0,-7-390 0,4-323 0,-1-1 0,2 1 0,-1-1 0,2 0 0,0 0 0,0 0 0,1 0 0,6 15 0,-6-19 0,0 0 0,0 0 0,1 0 0,-1-1 0,1 1 0,1-1 0,-1-1 0,1 1 0,0-1 0,1 0 0,-1 0 0,13 7 0,-12-10-105,-1 2 0,1-1 0,-1 1 0,0-1 0,0 2 0,0-1 0,0 1 0,-1 0 0,0 0 0,0 0 0,0 1 0,6 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214D3A-912A-4866-90B4-0232CEDB2416}" type="datetime1">
              <a:rPr lang="tr-TR" noProof="0" smtClean="0"/>
              <a:t>15.04.2025</a:t>
            </a:fld>
            <a:endParaRPr lang="tr-TR" noProof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26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155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1403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718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11" name="Düz Bağlayıcı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2 Slay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fik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1" name="Grafik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3" name="Grafik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im Yer Tutucusu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 rtl="0"/>
              <a:t>‹#›</a:t>
            </a:fld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sim Yer Tutucusu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tr-TR" noProof="0"/>
              <a:t>Esas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 rtl="0"/>
              <a:t>‹#›</a:t>
            </a:fld>
            <a:endParaRPr lang="tr-TR" noProof="0"/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fik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9" name="Grafik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ölüm Üst Bilgisi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tıklayın</a:t>
            </a:r>
          </a:p>
        </p:txBody>
      </p:sp>
      <p:sp>
        <p:nvSpPr>
          <p:cNvPr id="4" name="Grafik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5" name="Grafik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6" name="Grafik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7" name="Grafik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tıklayın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 rtl="0"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aşlık ve İçeri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 rtl="0"/>
              <a:t>‹#›</a:t>
            </a:fld>
            <a:endParaRPr lang="tr-TR" noProof="0"/>
          </a:p>
        </p:txBody>
      </p:sp>
      <p:sp>
        <p:nvSpPr>
          <p:cNvPr id="9" name="Grafik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fik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5" name="Metin Yer Tutucusu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17" name="İçerik Yer Tutucusu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 rtl="0"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10" name="Resim Yer Tutucusu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11" name="Resim Yer Tutucusu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sim Yer Tutucusu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32" name="Resim Yer Tutucusu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31" name="Resim Yer Tutucusu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30" name="Resim Yer Tutucusu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 rtl="0"/>
              <a:t>‹#›</a:t>
            </a:fld>
            <a:endParaRPr lang="tr-TR" noProof="0"/>
          </a:p>
        </p:txBody>
      </p:sp>
      <p:sp>
        <p:nvSpPr>
          <p:cNvPr id="8" name="Grafik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0" name="Grafik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customXml" Target="../ink/ink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5273" y="2810847"/>
            <a:ext cx="4161453" cy="1236306"/>
          </a:xfrm>
        </p:spPr>
        <p:txBody>
          <a:bodyPr rtlCol="0">
            <a:normAutofit/>
          </a:bodyPr>
          <a:lstStyle/>
          <a:p>
            <a:pPr rtl="0"/>
            <a:r>
              <a:rPr lang="tr-TR" sz="7200" err="1"/>
              <a:t>EHotel</a:t>
            </a:r>
            <a:endParaRPr lang="tr-TR" sz="720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E5AF562-AAC3-EB12-0411-539A7045C177}"/>
              </a:ext>
            </a:extLst>
          </p:cNvPr>
          <p:cNvSpPr txBox="1"/>
          <p:nvPr/>
        </p:nvSpPr>
        <p:spPr>
          <a:xfrm>
            <a:off x="6908800" y="4424369"/>
            <a:ext cx="553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ECompany</a:t>
            </a:r>
            <a:r>
              <a:rPr lang="tr-TR" sz="2800">
                <a:solidFill>
                  <a:schemeClr val="accent5">
                    <a:lumMod val="20000"/>
                    <a:lumOff val="80000"/>
                  </a:schemeClr>
                </a:solidFill>
              </a:rPr>
              <a:t> gururla sunar…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2265E99-E8AB-79BA-875D-ABAF2B4B67C4}"/>
              </a:ext>
            </a:extLst>
          </p:cNvPr>
          <p:cNvSpPr txBox="1">
            <a:spLocks/>
          </p:cNvSpPr>
          <p:nvPr/>
        </p:nvSpPr>
        <p:spPr>
          <a:xfrm rot="16200000">
            <a:off x="187961" y="2013841"/>
            <a:ext cx="2062483" cy="284482"/>
          </a:xfrm>
          <a:prstGeom prst="rect">
            <a:avLst/>
          </a:prstGeom>
        </p:spPr>
        <p:txBody>
          <a:bodyPr/>
          <a:lstStyle>
            <a:defPPr rtl="0"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tr-TR" sz="2000" b="1" err="1">
                <a:solidFill>
                  <a:schemeClr val="bg1">
                    <a:lumMod val="95000"/>
                  </a:schemeClr>
                </a:solidFill>
              </a:rPr>
              <a:t>ECompany</a:t>
            </a:r>
            <a:endParaRPr lang="tr-TR" sz="2000" b="1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/>
              <a:t>Ekip</a:t>
            </a:r>
          </a:p>
        </p:txBody>
      </p:sp>
      <p:graphicFrame>
        <p:nvGraphicFramePr>
          <p:cNvPr id="7" name="İçerik Yer Tutucusu 2" descr="Ekip SmartArt grafiği">
            <a:extLst>
              <a:ext uri="{FF2B5EF4-FFF2-40B4-BE49-F238E27FC236}">
                <a16:creationId xmlns:a16="http://schemas.microsoft.com/office/drawing/2014/main" id="{03C6056F-38E4-47B4-87B7-F1F7D129B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725102"/>
              </p:ext>
            </p:extLst>
          </p:nvPr>
        </p:nvGraphicFramePr>
        <p:xfrm>
          <a:off x="457200" y="1825625"/>
          <a:ext cx="1126204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Metin kutusu 8">
            <a:extLst>
              <a:ext uri="{FF2B5EF4-FFF2-40B4-BE49-F238E27FC236}">
                <a16:creationId xmlns:a16="http://schemas.microsoft.com/office/drawing/2014/main" id="{9579E99F-6C47-D715-5952-7501DD39C5F1}"/>
              </a:ext>
            </a:extLst>
          </p:cNvPr>
          <p:cNvSpPr txBox="1"/>
          <p:nvPr/>
        </p:nvSpPr>
        <p:spPr>
          <a:xfrm>
            <a:off x="5186680" y="4815679"/>
            <a:ext cx="1818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000">
                <a:solidFill>
                  <a:schemeClr val="bg1">
                    <a:lumMod val="95000"/>
                  </a:schemeClr>
                </a:solidFill>
                <a:latin typeface="+mj-lt"/>
              </a:rPr>
              <a:t>Ferhat Yenilmez</a:t>
            </a:r>
            <a:endParaRPr lang="tr-TR" sz="800">
              <a:solidFill>
                <a:schemeClr val="bg1">
                  <a:lumMod val="95000"/>
                </a:schemeClr>
              </a:solidFill>
              <a:latin typeface="+mj-lt"/>
            </a:endParaRPr>
          </a:p>
          <a:p>
            <a:pPr algn="ctr"/>
            <a:endParaRPr lang="tr-TR" sz="800">
              <a:solidFill>
                <a:schemeClr val="bg1">
                  <a:lumMod val="95000"/>
                </a:schemeClr>
              </a:solidFill>
              <a:latin typeface="+mj-lt"/>
            </a:endParaRPr>
          </a:p>
          <a:p>
            <a:pPr algn="ctr"/>
            <a:r>
              <a:rPr lang="tr-TR" sz="1600">
                <a:solidFill>
                  <a:schemeClr val="bg1">
                    <a:lumMod val="95000"/>
                  </a:schemeClr>
                </a:solidFill>
                <a:latin typeface="+mj-lt"/>
              </a:rPr>
              <a:t>Proje Yöneticisi</a:t>
            </a:r>
          </a:p>
          <a:p>
            <a:pPr algn="ctr"/>
            <a:endParaRPr lang="tr-TR" sz="800">
              <a:solidFill>
                <a:schemeClr val="bg1">
                  <a:lumMod val="95000"/>
                </a:schemeClr>
              </a:solidFill>
              <a:latin typeface="+mj-lt"/>
            </a:endParaRPr>
          </a:p>
          <a:p>
            <a:pPr algn="ctr"/>
            <a:r>
              <a:rPr lang="tr-TR" sz="1600" b="0" noProof="0">
                <a:solidFill>
                  <a:schemeClr val="bg1">
                    <a:lumMod val="95000"/>
                  </a:schemeClr>
                </a:solidFill>
                <a:latin typeface="Univers"/>
              </a:rPr>
              <a:t>Yazılım Geliştirici</a:t>
            </a:r>
            <a:endParaRPr lang="tr-TR" sz="2000" b="0" noProof="0">
              <a:solidFill>
                <a:schemeClr val="bg1">
                  <a:lumMod val="95000"/>
                </a:schemeClr>
              </a:solidFill>
              <a:latin typeface="Univers"/>
            </a:endParaRPr>
          </a:p>
          <a:p>
            <a:pPr algn="ctr"/>
            <a:endParaRPr lang="tr-TR" sz="160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A7D55BF-2BA5-2F0D-50E7-E06C4C05D089}"/>
              </a:ext>
            </a:extLst>
          </p:cNvPr>
          <p:cNvSpPr txBox="1"/>
          <p:nvPr/>
        </p:nvSpPr>
        <p:spPr>
          <a:xfrm>
            <a:off x="7639490" y="4877234"/>
            <a:ext cx="15548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>
                <a:solidFill>
                  <a:schemeClr val="bg1">
                    <a:lumMod val="95000"/>
                  </a:schemeClr>
                </a:solidFill>
              </a:rPr>
              <a:t>Hamit Burak Koçtaş</a:t>
            </a:r>
          </a:p>
          <a:p>
            <a:pPr algn="ctr"/>
            <a:endParaRPr lang="tr-TR" sz="8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tr-TR" sz="1600">
                <a:solidFill>
                  <a:schemeClr val="bg1">
                    <a:lumMod val="95000"/>
                  </a:schemeClr>
                </a:solidFill>
              </a:rPr>
              <a:t>Yazılım Geliştirici</a:t>
            </a:r>
          </a:p>
        </p:txBody>
      </p:sp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374C31-2297-AD69-989F-4ADBFDEAF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3315" y="1078304"/>
            <a:ext cx="6272784" cy="1057459"/>
          </a:xfrm>
        </p:spPr>
        <p:txBody>
          <a:bodyPr/>
          <a:lstStyle/>
          <a:p>
            <a:r>
              <a:rPr lang="tr-TR" sz="5400"/>
              <a:t>Problem</a:t>
            </a:r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07EEE0A-60B9-4F28-38DA-C09C7055F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705" y="2231136"/>
            <a:ext cx="5093208" cy="1197864"/>
          </a:xfrm>
        </p:spPr>
        <p:txBody>
          <a:bodyPr/>
          <a:lstStyle/>
          <a:p>
            <a:pPr algn="l"/>
            <a:r>
              <a:rPr lang="en-US" sz="2000"/>
              <a:t>Kamu </a:t>
            </a:r>
            <a:r>
              <a:rPr lang="en-US" sz="2000" err="1"/>
              <a:t>kuruluşunun</a:t>
            </a:r>
            <a:r>
              <a:rPr lang="en-US" sz="2000"/>
              <a:t> yeni </a:t>
            </a:r>
            <a:r>
              <a:rPr lang="en-US" sz="2000" err="1"/>
              <a:t>açılacak</a:t>
            </a:r>
            <a:r>
              <a:rPr lang="en-US" sz="2000"/>
              <a:t> </a:t>
            </a:r>
            <a:r>
              <a:rPr lang="en-US" sz="2000" err="1"/>
              <a:t>otel</a:t>
            </a:r>
            <a:r>
              <a:rPr lang="en-US" sz="2000"/>
              <a:t> </a:t>
            </a:r>
            <a:r>
              <a:rPr lang="en-US" sz="2000" err="1"/>
              <a:t>sistemileri</a:t>
            </a:r>
            <a:r>
              <a:rPr lang="en-US" sz="2000"/>
              <a:t> </a:t>
            </a:r>
            <a:r>
              <a:rPr lang="en-US" sz="2000" err="1"/>
              <a:t>için</a:t>
            </a:r>
            <a:r>
              <a:rPr lang="en-US" sz="2000"/>
              <a:t> </a:t>
            </a:r>
            <a:r>
              <a:rPr lang="en-US" sz="2000" err="1"/>
              <a:t>tanıtım</a:t>
            </a:r>
            <a:r>
              <a:rPr lang="en-US" sz="2000"/>
              <a:t>, </a:t>
            </a:r>
            <a:r>
              <a:rPr lang="en-US" sz="2000" err="1"/>
              <a:t>reklam</a:t>
            </a:r>
            <a:r>
              <a:rPr lang="en-US" sz="2000"/>
              <a:t> </a:t>
            </a:r>
            <a:r>
              <a:rPr lang="en-US" sz="2000" err="1"/>
              <a:t>ve</a:t>
            </a:r>
            <a:r>
              <a:rPr lang="en-US" sz="2000"/>
              <a:t> </a:t>
            </a:r>
            <a:r>
              <a:rPr lang="en-US" sz="2000" err="1"/>
              <a:t>iletişim</a:t>
            </a:r>
            <a:r>
              <a:rPr lang="en-US" sz="2000"/>
              <a:t> </a:t>
            </a:r>
            <a:r>
              <a:rPr lang="en-US" sz="2000" err="1"/>
              <a:t>ihtiyacı</a:t>
            </a:r>
            <a:r>
              <a:rPr lang="en-US" sz="2000"/>
              <a:t>.</a:t>
            </a:r>
            <a:endParaRPr lang="tr-TR" sz="2000"/>
          </a:p>
          <a:p>
            <a:endParaRPr lang="tr-TR"/>
          </a:p>
        </p:txBody>
      </p:sp>
      <p:sp>
        <p:nvSpPr>
          <p:cNvPr id="4" name="Başlık 1">
            <a:extLst>
              <a:ext uri="{FF2B5EF4-FFF2-40B4-BE49-F238E27FC236}">
                <a16:creationId xmlns:a16="http://schemas.microsoft.com/office/drawing/2014/main" id="{17D4CDE2-C0CF-FE5F-DC23-61AD27987E68}"/>
              </a:ext>
            </a:extLst>
          </p:cNvPr>
          <p:cNvSpPr txBox="1">
            <a:spLocks/>
          </p:cNvSpPr>
          <p:nvPr/>
        </p:nvSpPr>
        <p:spPr>
          <a:xfrm>
            <a:off x="1707123" y="3662565"/>
            <a:ext cx="3051887" cy="1057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Çözüm</a:t>
            </a:r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A7F4681D-ED2F-43A2-1C9B-071D78271F5E}"/>
              </a:ext>
            </a:extLst>
          </p:cNvPr>
          <p:cNvSpPr txBox="1">
            <a:spLocks/>
          </p:cNvSpPr>
          <p:nvPr/>
        </p:nvSpPr>
        <p:spPr>
          <a:xfrm>
            <a:off x="5792427" y="4910377"/>
            <a:ext cx="5093208" cy="1197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tr-TR"/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10966067-CB86-055F-3ED0-4FD53BD027CF}"/>
              </a:ext>
            </a:extLst>
          </p:cNvPr>
          <p:cNvSpPr txBox="1">
            <a:spLocks/>
          </p:cNvSpPr>
          <p:nvPr/>
        </p:nvSpPr>
        <p:spPr>
          <a:xfrm>
            <a:off x="1707123" y="4904996"/>
            <a:ext cx="5093208" cy="1197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err="1"/>
              <a:t>Bütün</a:t>
            </a:r>
            <a:r>
              <a:rPr lang="en-US" sz="2000"/>
              <a:t> </a:t>
            </a:r>
            <a:r>
              <a:rPr lang="en-US" sz="2000" err="1"/>
              <a:t>gereksinimleri</a:t>
            </a:r>
            <a:r>
              <a:rPr lang="en-US" sz="2000"/>
              <a:t> </a:t>
            </a:r>
            <a:r>
              <a:rPr lang="en-US" sz="2000" err="1"/>
              <a:t>karşılayacak</a:t>
            </a:r>
            <a:r>
              <a:rPr lang="en-US" sz="2000"/>
              <a:t> </a:t>
            </a:r>
            <a:r>
              <a:rPr lang="en-US" sz="2000" err="1"/>
              <a:t>bir</a:t>
            </a:r>
            <a:r>
              <a:rPr lang="en-US" sz="2000"/>
              <a:t> web </a:t>
            </a:r>
            <a:r>
              <a:rPr lang="en-US" sz="2000" err="1"/>
              <a:t>sitesi</a:t>
            </a:r>
            <a:r>
              <a:rPr lang="en-US" sz="2000"/>
              <a:t> </a:t>
            </a:r>
            <a:r>
              <a:rPr lang="en-US" sz="2000" err="1"/>
              <a:t>tasarlamak</a:t>
            </a:r>
            <a:r>
              <a:rPr lang="en-US" sz="2000"/>
              <a:t>.</a:t>
            </a:r>
            <a:endParaRPr lang="tr-TR" sz="200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38889D9-5C0E-549F-B5E6-580283086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314" y="2231136"/>
            <a:ext cx="3051887" cy="305188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BD70EE-2A9E-09E1-3478-81296E020012}"/>
              </a:ext>
            </a:extLst>
          </p:cNvPr>
          <p:cNvSpPr txBox="1">
            <a:spLocks/>
          </p:cNvSpPr>
          <p:nvPr/>
        </p:nvSpPr>
        <p:spPr>
          <a:xfrm rot="16200000">
            <a:off x="279401" y="1993521"/>
            <a:ext cx="2062483" cy="284482"/>
          </a:xfrm>
          <a:prstGeom prst="rect">
            <a:avLst/>
          </a:prstGeom>
        </p:spPr>
        <p:txBody>
          <a:bodyPr/>
          <a:lstStyle>
            <a:defPPr rtl="0"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tr-TR" sz="1400" b="1">
                <a:solidFill>
                  <a:schemeClr val="bg1">
                    <a:lumMod val="95000"/>
                  </a:schemeClr>
                </a:solidFill>
              </a:rPr>
              <a:t>Hamit Burak Koçtaş</a:t>
            </a:r>
          </a:p>
        </p:txBody>
      </p:sp>
    </p:spTree>
    <p:extLst>
      <p:ext uri="{BB962C8B-B14F-4D97-AF65-F5344CB8AC3E}">
        <p14:creationId xmlns:p14="http://schemas.microsoft.com/office/powerpoint/2010/main" val="364675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E3FAA-0AE4-CD68-3EAC-CEEB3B23C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Teknik fizibilite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9C2B2D-D993-AFC9-7DEF-FA73BEBCC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15115"/>
            <a:ext cx="1077163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tr-TR" b="1"/>
              <a:t>Yazılım Geliştirmekte Kullanılacak Teknolojiler:</a:t>
            </a:r>
          </a:p>
          <a:p>
            <a:pPr lvl="1"/>
            <a:r>
              <a:rPr lang="tr-TR"/>
              <a:t>HTML, CSS, JavaScript, </a:t>
            </a:r>
            <a:r>
              <a:rPr lang="tr-TR" err="1"/>
              <a:t>React</a:t>
            </a:r>
            <a:endParaRPr lang="tr-TR"/>
          </a:p>
          <a:p>
            <a:pPr lvl="1"/>
            <a:r>
              <a:rPr lang="tr-TR"/>
              <a:t>Git</a:t>
            </a:r>
          </a:p>
          <a:p>
            <a:pPr lvl="1"/>
            <a:r>
              <a:rPr lang="tr-TR" err="1"/>
              <a:t>GitHub</a:t>
            </a:r>
            <a:r>
              <a:rPr lang="tr-TR"/>
              <a:t>/</a:t>
            </a:r>
            <a:r>
              <a:rPr lang="tr-TR" err="1"/>
              <a:t>GitLab</a:t>
            </a:r>
            <a:r>
              <a:rPr lang="tr-TR"/>
              <a:t>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b="1" err="1"/>
              <a:t>Hosting</a:t>
            </a:r>
            <a:r>
              <a:rPr lang="tr-TR" b="1"/>
              <a:t> Servisi:</a:t>
            </a:r>
          </a:p>
          <a:p>
            <a:pPr lvl="1"/>
            <a:r>
              <a:rPr lang="tr-TR"/>
              <a:t>Geleneksel </a:t>
            </a:r>
            <a:r>
              <a:rPr lang="tr-TR" err="1"/>
              <a:t>hosting</a:t>
            </a:r>
            <a:r>
              <a:rPr lang="tr-TR"/>
              <a:t>, Cloud servisleri. VPS?</a:t>
            </a:r>
          </a:p>
          <a:p>
            <a:pPr lvl="1"/>
            <a:r>
              <a:rPr lang="tr-TR" err="1"/>
              <a:t>CloudFlare</a:t>
            </a:r>
            <a:r>
              <a:rPr lang="tr-TR"/>
              <a:t>, AWS, GCP, Azure?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b="1"/>
              <a:t>Domain:</a:t>
            </a:r>
          </a:p>
          <a:p>
            <a:pPr lvl="1"/>
            <a:r>
              <a:rPr lang="tr-TR" err="1"/>
              <a:t>CloudFlare</a:t>
            </a:r>
            <a:r>
              <a:rPr lang="tr-TR"/>
              <a:t>, </a:t>
            </a:r>
            <a:r>
              <a:rPr lang="tr-TR" err="1"/>
              <a:t>GoDaddy</a:t>
            </a:r>
            <a:r>
              <a:rPr lang="tr-TR"/>
              <a:t>, </a:t>
            </a:r>
            <a:r>
              <a:rPr lang="tr-TR" err="1"/>
              <a:t>Hostinger</a:t>
            </a:r>
            <a:r>
              <a:rPr lang="tr-TR"/>
              <a:t>?</a:t>
            </a:r>
          </a:p>
          <a:p>
            <a:pPr marL="0" indent="0">
              <a:buNone/>
            </a:pPr>
            <a:r>
              <a:rPr lang="tr-TR" sz="1600" b="1"/>
              <a:t>Peki </a:t>
            </a:r>
            <a:r>
              <a:rPr lang="tr-TR" sz="1600" b="1" err="1"/>
              <a:t>Konteynerleştirme</a:t>
            </a:r>
            <a:r>
              <a:rPr lang="tr-TR" sz="1600" b="1"/>
              <a:t>?</a:t>
            </a:r>
          </a:p>
          <a:p>
            <a:pPr marL="457200" lvl="1" indent="0">
              <a:buNone/>
            </a:pPr>
            <a:endParaRPr lang="tr-TR" b="1"/>
          </a:p>
          <a:p>
            <a:pPr lvl="1">
              <a:buFont typeface="Wingdings" panose="05000000000000000000" pitchFamily="2" charset="2"/>
              <a:buChar char="v"/>
            </a:pPr>
            <a:endParaRPr lang="tr-TR" b="1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216AFD6-ECDE-8EAD-2879-41824BC8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953243" y="1792956"/>
            <a:ext cx="278892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tr-TR" noProof="0"/>
              <a:t>Ferhat yenilmez</a:t>
            </a:r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5CB614C5-2158-8D41-32FA-2562ABC946AA}"/>
              </a:ext>
            </a:extLst>
          </p:cNvPr>
          <p:cNvCxnSpPr>
            <a:cxnSpLocks/>
          </p:cNvCxnSpPr>
          <p:nvPr/>
        </p:nvCxnSpPr>
        <p:spPr>
          <a:xfrm>
            <a:off x="11347704" y="3174124"/>
            <a:ext cx="0" cy="368387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Resim 4">
            <a:extLst>
              <a:ext uri="{FF2B5EF4-FFF2-40B4-BE49-F238E27FC236}">
                <a16:creationId xmlns:a16="http://schemas.microsoft.com/office/drawing/2014/main" id="{60F5795D-B9C4-540A-B75D-57350EB5A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502" y="3686238"/>
            <a:ext cx="2480215" cy="248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3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E3FAA-0AE4-CD68-3EAC-CEEB3B23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986" y="729558"/>
            <a:ext cx="9144630" cy="988830"/>
          </a:xfrm>
        </p:spPr>
        <p:txBody>
          <a:bodyPr anchor="b">
            <a:normAutofit/>
          </a:bodyPr>
          <a:lstStyle/>
          <a:p>
            <a:pPr algn="ctr"/>
            <a:r>
              <a:rPr lang="tr-TR"/>
              <a:t>Ekonomik fizibilite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7351C7F-218E-1464-8905-453A332A9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tr-TR" noProof="0"/>
              <a:t>Bünyamin Kalkan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9C2B2D-D993-AFC9-7DEF-FA73BEBCCE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2587" y="2276857"/>
            <a:ext cx="7254394" cy="325562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tr-TR" sz="1500" b="1"/>
              <a:t> Gider:</a:t>
            </a:r>
          </a:p>
          <a:p>
            <a:pPr lvl="1"/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Bir personel maliyeti 55.000₺ toplam 5 personel çalışacak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olup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t</a:t>
            </a:r>
            <a:r>
              <a:rPr lang="tr-TR" sz="1500" err="1">
                <a:solidFill>
                  <a:schemeClr val="bg1"/>
                </a:solidFill>
                <a:ea typeface="+mn-lt"/>
                <a:cs typeface="+mn-lt"/>
              </a:rPr>
              <a:t>oplam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 1.5 aylık süreç için personel maliyeti 416.935,48₺.</a:t>
            </a:r>
          </a:p>
          <a:p>
            <a:pPr lvl="1"/>
            <a:r>
              <a:rPr lang="tr-TR" sz="1500">
                <a:solidFill>
                  <a:schemeClr val="bg1"/>
                </a:solidFill>
              </a:rPr>
              <a:t>Ofis aylık maliyeti 35.000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₺</a:t>
            </a:r>
            <a:r>
              <a:rPr lang="tr-TR" sz="1500">
                <a:solidFill>
                  <a:schemeClr val="bg1"/>
                </a:solidFill>
              </a:rPr>
              <a:t> 1.5 ayın sonundaki ofis maliyeti 53.064,52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₺.</a:t>
            </a:r>
            <a:endParaRPr lang="tr-TR" sz="1500">
              <a:solidFill>
                <a:schemeClr val="bg1"/>
              </a:solidFill>
            </a:endParaRPr>
          </a:p>
          <a:p>
            <a:pPr lvl="1"/>
            <a:r>
              <a:rPr lang="tr-TR" sz="1500">
                <a:solidFill>
                  <a:schemeClr val="bg1"/>
                </a:solidFill>
              </a:rPr>
              <a:t>İnternet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 sitesinin yıllık bakım, </a:t>
            </a:r>
            <a:r>
              <a:rPr lang="tr-TR" sz="1500" err="1">
                <a:solidFill>
                  <a:schemeClr val="bg1"/>
                </a:solidFill>
                <a:ea typeface="+mn-lt"/>
                <a:cs typeface="+mn-lt"/>
              </a:rPr>
              <a:t>hosting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 ve düzenleme maliyeti 20.6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1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0,73₺.</a:t>
            </a:r>
            <a:endParaRPr lang="en-US" sz="1500">
              <a:solidFill>
                <a:schemeClr val="bg1"/>
              </a:solidFill>
              <a:ea typeface="+mn-lt"/>
              <a:cs typeface="+mn-lt"/>
            </a:endParaRPr>
          </a:p>
          <a:p>
            <a:pPr lvl="1"/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Toplam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proje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maliyeti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490.610,73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₺.</a:t>
            </a:r>
            <a:endParaRPr lang="tr-TR" sz="1500">
              <a:solidFill>
                <a:srgbClr val="FFFFFF"/>
              </a:solidFill>
              <a:ea typeface="+mn-lt"/>
              <a:cs typeface="+mn-lt"/>
            </a:endParaRPr>
          </a:p>
          <a:p>
            <a:pPr marL="457200" lvl="1" indent="0">
              <a:buNone/>
            </a:pPr>
            <a:endParaRPr lang="tr-TR" sz="1500">
              <a:solidFill>
                <a:schemeClr val="bg1"/>
              </a:solidFill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tr-TR" sz="1500" b="1"/>
              <a:t> Gelir:</a:t>
            </a:r>
          </a:p>
          <a:p>
            <a:pPr lvl="1"/>
            <a:r>
              <a:rPr lang="tr-TR" sz="1500">
                <a:solidFill>
                  <a:schemeClr val="bg1"/>
                </a:solidFill>
                <a:latin typeface="Univers"/>
                <a:cs typeface="Arial"/>
              </a:rPr>
              <a:t>Alınacak ücret 800.000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₺.</a:t>
            </a:r>
            <a:endParaRPr lang="tr-TR" sz="1500">
              <a:solidFill>
                <a:schemeClr val="bg1"/>
              </a:solidFill>
              <a:latin typeface="Univers"/>
              <a:cs typeface="Arial"/>
            </a:endParaRPr>
          </a:p>
          <a:p>
            <a:pPr lvl="1"/>
            <a:r>
              <a:rPr lang="tr-TR" sz="1500">
                <a:solidFill>
                  <a:srgbClr val="FFFFFF"/>
                </a:solidFill>
                <a:latin typeface="Univers"/>
                <a:cs typeface="Arial"/>
              </a:rPr>
              <a:t>Proje bitiminden elde edilecek net gelir </a:t>
            </a:r>
            <a:r>
              <a:rPr lang="tr-TR" sz="1500">
                <a:solidFill>
                  <a:srgbClr val="FFFFFF"/>
                </a:solidFill>
                <a:ea typeface="+mn-lt"/>
                <a:cs typeface="Arial"/>
              </a:rPr>
              <a:t>309.389,27</a:t>
            </a:r>
            <a:r>
              <a:rPr lang="tr-TR" sz="1500">
                <a:solidFill>
                  <a:srgbClr val="FFFFFF"/>
                </a:solidFill>
                <a:ea typeface="+mn-lt"/>
                <a:cs typeface="+mn-lt"/>
              </a:rPr>
              <a:t>₺.</a:t>
            </a:r>
            <a:endParaRPr lang="tr-TR" sz="1500">
              <a:solidFill>
                <a:srgbClr val="FFFFFF"/>
              </a:solidFill>
              <a:latin typeface="Univers"/>
              <a:cs typeface="Arial"/>
            </a:endParaRPr>
          </a:p>
          <a:p>
            <a:pPr lvl="1"/>
            <a:r>
              <a:rPr lang="tr-TR" sz="1500">
                <a:solidFill>
                  <a:schemeClr val="bg1"/>
                </a:solidFill>
                <a:latin typeface="Univers"/>
                <a:cs typeface="Arial"/>
              </a:rPr>
              <a:t>İnternet sitesinin yıllık bakımından alınan ücret 50.000</a:t>
            </a:r>
            <a:r>
              <a:rPr lang="tr-TR" sz="1500">
                <a:solidFill>
                  <a:schemeClr val="bg1"/>
                </a:solidFill>
                <a:ea typeface="+mn-lt"/>
                <a:cs typeface="+mn-lt"/>
              </a:rPr>
              <a:t>₺ gelen net gelir 29.389,27₺.</a:t>
            </a:r>
            <a:endParaRPr lang="tr-TR" sz="1500">
              <a:solidFill>
                <a:srgbClr val="FFFFFF"/>
              </a:solidFill>
              <a:latin typeface="Univers"/>
              <a:cs typeface="Arial"/>
            </a:endParaRPr>
          </a:p>
          <a:p>
            <a:pPr lvl="1"/>
            <a:endParaRPr lang="tr-TR" sz="1500">
              <a:solidFill>
                <a:schemeClr val="bg1"/>
              </a:solidFill>
              <a:cs typeface="Arial"/>
            </a:endParaRPr>
          </a:p>
        </p:txBody>
      </p:sp>
      <p:pic>
        <p:nvPicPr>
          <p:cNvPr id="11" name="Resim Yer Tutucusu 10">
            <a:extLst>
              <a:ext uri="{FF2B5EF4-FFF2-40B4-BE49-F238E27FC236}">
                <a16:creationId xmlns:a16="http://schemas.microsoft.com/office/drawing/2014/main" id="{006DD129-BA1D-068B-3FAF-2B5DDE712A0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388" b="388"/>
          <a:stretch>
            <a:fillRect/>
          </a:stretch>
        </p:blipFill>
        <p:spPr>
          <a:xfrm>
            <a:off x="1469782" y="2805403"/>
            <a:ext cx="2911405" cy="2911404"/>
          </a:xfrm>
        </p:spPr>
      </p:pic>
    </p:spTree>
    <p:extLst>
      <p:ext uri="{BB962C8B-B14F-4D97-AF65-F5344CB8AC3E}">
        <p14:creationId xmlns:p14="http://schemas.microsoft.com/office/powerpoint/2010/main" val="2865537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metin, ekran görüntüsü, sayı, numara, daire içeren bir resim&#10;&#10;Açıklama otomatik olarak oluşturuldu">
            <a:extLst>
              <a:ext uri="{FF2B5EF4-FFF2-40B4-BE49-F238E27FC236}">
                <a16:creationId xmlns:a16="http://schemas.microsoft.com/office/drawing/2014/main" id="{9F4708B3-AE72-DEE1-9E66-43AA514D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69" y="66979"/>
            <a:ext cx="10609385" cy="3300903"/>
          </a:xfrm>
          <a:prstGeom prst="rect">
            <a:avLst/>
          </a:prstGeom>
        </p:spPr>
      </p:pic>
      <p:pic>
        <p:nvPicPr>
          <p:cNvPr id="3" name="Resim 2" descr="metin, ekran görüntüsü, yazı tipi, daire içeren bir resim&#10;&#10;Açıklama otomatik olarak oluşturuldu">
            <a:extLst>
              <a:ext uri="{FF2B5EF4-FFF2-40B4-BE49-F238E27FC236}">
                <a16:creationId xmlns:a16="http://schemas.microsoft.com/office/drawing/2014/main" id="{FCBA3BA2-DEEB-EC86-6B6E-5A4938256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71" y="3483219"/>
            <a:ext cx="5306891" cy="3291254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2D5253D8-C4A5-FD85-BBD9-BB1E44A7B92C}"/>
              </a:ext>
            </a:extLst>
          </p:cNvPr>
          <p:cNvSpPr txBox="1"/>
          <p:nvPr/>
        </p:nvSpPr>
        <p:spPr>
          <a:xfrm>
            <a:off x="797422" y="3811828"/>
            <a:ext cx="5298830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2000" dirty="0">
                <a:solidFill>
                  <a:schemeClr val="bg1"/>
                </a:solidFill>
              </a:rPr>
              <a:t>Başa baş gün noktası hesaplama yöntemi;</a:t>
            </a:r>
          </a:p>
          <a:p>
            <a:endParaRPr lang="tr-TR">
              <a:solidFill>
                <a:srgbClr val="FFFFFF"/>
              </a:solidFill>
            </a:endParaRPr>
          </a:p>
          <a:p>
            <a:r>
              <a:rPr lang="tr-TR" sz="1400">
                <a:solidFill>
                  <a:schemeClr val="bg1"/>
                </a:solidFill>
              </a:rPr>
              <a:t>Toplam maliyeti, her gün ödenen ücrete bölerek bu ödemenin toplamda kaç günlük çalışmaya denk geldiğini hesapladık.</a:t>
            </a:r>
          </a:p>
          <a:p>
            <a:endParaRPr lang="tr-TR">
              <a:solidFill>
                <a:schemeClr val="bg1"/>
              </a:solidFill>
            </a:endParaRPr>
          </a:p>
          <a:p>
            <a:r>
              <a:rPr lang="tr-TR" sz="1400" dirty="0">
                <a:solidFill>
                  <a:schemeClr val="bg1"/>
                </a:solidFill>
              </a:rPr>
              <a:t>Toplam Maliyet / (Alınacak Ücret /  Toplam Gün Sayısı) =</a:t>
            </a:r>
          </a:p>
          <a:p>
            <a:endParaRPr lang="tr-TR" sz="1400" dirty="0">
              <a:solidFill>
                <a:schemeClr val="bg1"/>
              </a:solidFill>
            </a:endParaRPr>
          </a:p>
          <a:p>
            <a:r>
              <a:rPr lang="tr-TR" sz="1400" dirty="0">
                <a:solidFill>
                  <a:schemeClr val="bg1"/>
                </a:solidFill>
              </a:rPr>
              <a:t>490.000 / ( 800.000 / 47) = 28</a:t>
            </a:r>
          </a:p>
          <a:p>
            <a:endParaRPr lang="tr-TR" sz="1400" dirty="0">
              <a:solidFill>
                <a:schemeClr val="bg1"/>
              </a:solidFill>
            </a:endParaRPr>
          </a:p>
          <a:p>
            <a:endParaRPr lang="tr-T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64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E21A9CF-E5D6-2052-2F90-26D68875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2016" y="6488718"/>
            <a:ext cx="2743200" cy="365125"/>
          </a:xfrm>
        </p:spPr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7</a:t>
            </a:fld>
            <a:endParaRPr lang="tr-TR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216AFD6-ECDE-8EAD-2879-41824BC8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526370" y="1847821"/>
            <a:ext cx="278892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tr-TR" noProof="0"/>
              <a:t>Barış Keskin</a:t>
            </a:r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5CB614C5-2158-8D41-32FA-2562ABC946AA}"/>
              </a:ext>
            </a:extLst>
          </p:cNvPr>
          <p:cNvCxnSpPr>
            <a:cxnSpLocks/>
          </p:cNvCxnSpPr>
          <p:nvPr/>
        </p:nvCxnSpPr>
        <p:spPr>
          <a:xfrm>
            <a:off x="11939118" y="3169967"/>
            <a:ext cx="0" cy="368387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2317EF9-9D8D-313F-171C-B3625339982F}"/>
              </a:ext>
            </a:extLst>
          </p:cNvPr>
          <p:cNvSpPr txBox="1"/>
          <p:nvPr/>
        </p:nvSpPr>
        <p:spPr>
          <a:xfrm>
            <a:off x="358587" y="290353"/>
            <a:ext cx="1002469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5400" b="1" cap="all">
                <a:solidFill>
                  <a:srgbClr val="FFFFFF"/>
                </a:solidFill>
                <a:ea typeface="+mn-lt"/>
                <a:cs typeface="+mn-lt"/>
              </a:rPr>
              <a:t>ZAMAN FİZİBİLİTESİ</a:t>
            </a:r>
            <a:r>
              <a:rPr lang="en-US" sz="5400" b="1" cap="all">
                <a:solidFill>
                  <a:srgbClr val="FFFFFF"/>
                </a:solidFill>
                <a:ea typeface="+mn-lt"/>
                <a:cs typeface="+mn-lt"/>
              </a:rPr>
              <a:t> – Gantt</a:t>
            </a:r>
            <a:endParaRPr lang="tr-TR" sz="5400">
              <a:ea typeface="+mn-lt"/>
              <a:cs typeface="+mn-lt"/>
            </a:endParaRPr>
          </a:p>
          <a:p>
            <a:pPr algn="l"/>
            <a:endParaRPr lang="tr-TR">
              <a:solidFill>
                <a:srgbClr val="0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0B000A-F99A-8B59-B436-68E46781A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7BA0138-8FC9-4DB3-0DCB-AEB6AF658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79" y="1171226"/>
            <a:ext cx="9809708" cy="566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2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E3FAA-0AE4-CD68-3EAC-CEEB3B23C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Sosyal fizibilite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9C2B2D-D993-AFC9-7DEF-FA73BEBCC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20" y="2190896"/>
            <a:ext cx="6886611" cy="3182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tr-TR"/>
              <a:t>Kullanıcılar:</a:t>
            </a:r>
          </a:p>
          <a:p>
            <a:pPr lvl="1"/>
            <a:r>
              <a:rPr lang="tr-TR"/>
              <a:t>Sade ve anlaşılır yapısıyla sitemizi kolaylıkla kullanılabilecek,</a:t>
            </a:r>
          </a:p>
          <a:p>
            <a:pPr lvl="1"/>
            <a:r>
              <a:rPr lang="tr-TR"/>
              <a:t>İnteraktif kullanıcı arayüzü sayesinde </a:t>
            </a:r>
            <a:r>
              <a:rPr lang="tr-TR">
                <a:ea typeface="+mn-lt"/>
                <a:cs typeface="+mn-lt"/>
              </a:rPr>
              <a:t>bilgisayar veya diğer dijital cihazlarda kullanabileceklerdir.</a:t>
            </a:r>
            <a:endParaRPr lang="tr-TR"/>
          </a:p>
          <a:p>
            <a:pPr marL="457200" lvl="1" indent="0">
              <a:buNone/>
            </a:pPr>
            <a:r>
              <a:rPr lang="tr-TR"/>
              <a:t>Bu sebeple kullanıcılarımızın herhangi bir zorluk yaşayacaklarını düşünmüyoruz.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216AFD6-ECDE-8EAD-2879-41824BC8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953243" y="1792956"/>
            <a:ext cx="278892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tr-TR"/>
              <a:t>Hilal </a:t>
            </a:r>
            <a:r>
              <a:rPr lang="tr-TR" err="1"/>
              <a:t>dedek</a:t>
            </a:r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5CB614C5-2158-8D41-32FA-2562ABC946AA}"/>
              </a:ext>
            </a:extLst>
          </p:cNvPr>
          <p:cNvCxnSpPr>
            <a:cxnSpLocks/>
          </p:cNvCxnSpPr>
          <p:nvPr/>
        </p:nvCxnSpPr>
        <p:spPr>
          <a:xfrm>
            <a:off x="11347704" y="3174124"/>
            <a:ext cx="0" cy="368387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Resim 4">
            <a:extLst>
              <a:ext uri="{FF2B5EF4-FFF2-40B4-BE49-F238E27FC236}">
                <a16:creationId xmlns:a16="http://schemas.microsoft.com/office/drawing/2014/main" id="{6295BA7D-781F-212B-5026-14A739A95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456" y="2548253"/>
            <a:ext cx="2458864" cy="245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8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E3FAA-0AE4-CD68-3EAC-CEEB3B23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37" y="-4669"/>
            <a:ext cx="10771632" cy="1325563"/>
          </a:xfrm>
        </p:spPr>
        <p:txBody>
          <a:bodyPr/>
          <a:lstStyle/>
          <a:p>
            <a:r>
              <a:rPr lang="tr-TR"/>
              <a:t>Yasal fizibilite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79CEBA9-43A8-9C6F-E645-ADF545B1E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4952" y="2358540"/>
            <a:ext cx="2954132" cy="2954132"/>
          </a:xfr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216AFD6-ECDE-8EAD-2879-41824BC8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953243" y="1792956"/>
            <a:ext cx="278892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tr-TR"/>
              <a:t>Hilal </a:t>
            </a:r>
            <a:r>
              <a:rPr lang="tr-TR" err="1"/>
              <a:t>dedek</a:t>
            </a:r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5CB614C5-2158-8D41-32FA-2562ABC946AA}"/>
              </a:ext>
            </a:extLst>
          </p:cNvPr>
          <p:cNvCxnSpPr>
            <a:cxnSpLocks/>
          </p:cNvCxnSpPr>
          <p:nvPr/>
        </p:nvCxnSpPr>
        <p:spPr>
          <a:xfrm>
            <a:off x="11347704" y="3174124"/>
            <a:ext cx="0" cy="368387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etin kutusu 2">
            <a:extLst>
              <a:ext uri="{FF2B5EF4-FFF2-40B4-BE49-F238E27FC236}">
                <a16:creationId xmlns:a16="http://schemas.microsoft.com/office/drawing/2014/main" id="{B757B7F8-DC2B-49BB-806F-0CB9C56AF2F0}"/>
              </a:ext>
            </a:extLst>
          </p:cNvPr>
          <p:cNvSpPr txBox="1"/>
          <p:nvPr/>
        </p:nvSpPr>
        <p:spPr>
          <a:xfrm>
            <a:off x="234046" y="1134725"/>
            <a:ext cx="7279325" cy="55707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tr-TR" sz="2200" i="0" u="none" strike="noStrike">
                <a:solidFill>
                  <a:schemeClr val="bg1"/>
                </a:solidFill>
                <a:effectLst/>
                <a:latin typeface="univers"/>
              </a:rPr>
              <a:t>6698-Kişisel Verilerin Korunması Kanunu</a:t>
            </a:r>
            <a:endParaRPr lang="tr-TR" sz="2200" i="0" u="none" strike="noStrike">
              <a:solidFill>
                <a:schemeClr val="bg1"/>
              </a:solidFill>
              <a:latin typeface="univers"/>
            </a:endParaRPr>
          </a:p>
          <a:p>
            <a:pPr marL="342900" indent="-342900">
              <a:buFont typeface="Arial"/>
              <a:buChar char="•"/>
            </a:pPr>
            <a:r>
              <a:rPr lang="tr-TR" sz="2200">
                <a:solidFill>
                  <a:schemeClr val="bg1"/>
                </a:solidFill>
                <a:latin typeface="univers"/>
              </a:rPr>
              <a:t>6502-Tüketicinin</a:t>
            </a:r>
            <a:r>
              <a:rPr lang="tr-TR" sz="2200" b="0" i="0">
                <a:solidFill>
                  <a:schemeClr val="bg1"/>
                </a:solidFill>
                <a:effectLst/>
                <a:latin typeface="univers"/>
              </a:rPr>
              <a:t> Korunması Kanunu</a:t>
            </a:r>
            <a:endParaRPr lang="tr-TR" sz="2200" b="0" i="0">
              <a:solidFill>
                <a:schemeClr val="bg1"/>
              </a:solidFill>
              <a:latin typeface="univers"/>
            </a:endParaRPr>
          </a:p>
          <a:p>
            <a:pPr marL="342900" indent="-342900">
              <a:buFont typeface="Arial"/>
              <a:buChar char="•"/>
            </a:pPr>
            <a:r>
              <a:rPr lang="tr-TR" sz="2200">
                <a:solidFill>
                  <a:schemeClr val="bg1"/>
                </a:solidFill>
                <a:latin typeface="univers"/>
              </a:rPr>
              <a:t>5746/2-Araştırma,Geliştirme ve Tasarım Faaliyetlerinin Desteklenmesi Kanunu</a:t>
            </a:r>
          </a:p>
          <a:p>
            <a:pPr marL="342900" indent="-342900">
              <a:buFont typeface="Arial"/>
              <a:buChar char="•"/>
            </a:pPr>
            <a:r>
              <a:rPr lang="tr-TR" sz="2200">
                <a:solidFill>
                  <a:schemeClr val="bg1"/>
                </a:solidFill>
                <a:latin typeface="univers"/>
              </a:rPr>
              <a:t>5651-İnternet Ortamında Yapılan Yayınların Düzenlenmesi Ve Bu Yayınlar Yoluyla İşlenen Suçlarla Mücadele Edilmesi Kanunu</a:t>
            </a:r>
          </a:p>
          <a:p>
            <a:r>
              <a:rPr lang="tr-TR" sz="2200" i="0">
                <a:solidFill>
                  <a:schemeClr val="bg1"/>
                </a:solidFill>
                <a:effectLst/>
                <a:latin typeface="univers"/>
              </a:rPr>
              <a:t>Yukarıdaki </a:t>
            </a:r>
            <a:r>
              <a:rPr lang="tr-TR" sz="2200">
                <a:solidFill>
                  <a:schemeClr val="bg1"/>
                </a:solidFill>
                <a:latin typeface="univers"/>
              </a:rPr>
              <a:t>kanunlarca projenin geliştirilmesinde sıkıntı çıkaracak herhangi bir durum tespit edilmemiştir.</a:t>
            </a:r>
          </a:p>
          <a:p>
            <a:r>
              <a:rPr lang="tr-TR" sz="2200" i="0">
                <a:solidFill>
                  <a:schemeClr val="bg1"/>
                </a:solidFill>
                <a:effectLst/>
                <a:latin typeface="univers"/>
              </a:rPr>
              <a:t>Sonuç olarak</a:t>
            </a:r>
            <a:r>
              <a:rPr lang="tr-TR" sz="2200">
                <a:solidFill>
                  <a:schemeClr val="bg1"/>
                </a:solidFill>
                <a:latin typeface="univers"/>
              </a:rPr>
              <a:t> bu proje yasal</a:t>
            </a:r>
            <a:r>
              <a:rPr lang="tr-TR" sz="2200" b="0" i="0">
                <a:solidFill>
                  <a:schemeClr val="bg1"/>
                </a:solidFill>
                <a:effectLst/>
                <a:latin typeface="univers"/>
              </a:rPr>
              <a:t> düzenlemelere, yönetmeliklere, yerel ve ulusal yasalara uygundur. Projemiz için gerekli olan izinler, sözleşmeler ve diğer yasal belgelerin elde edilmesinde hiçbir sıkıntı çıkmamıştır.</a:t>
            </a:r>
            <a:endParaRPr lang="tr-TR" sz="2200" b="0" i="0">
              <a:solidFill>
                <a:schemeClr val="bg1"/>
              </a:solidFill>
              <a:latin typeface="univers"/>
            </a:endParaRPr>
          </a:p>
          <a:p>
            <a:endParaRPr lang="tr-TR" sz="2200" i="0">
              <a:solidFill>
                <a:schemeClr val="bg1">
                  <a:lumMod val="9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312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Mürekkep 13">
                <a:extLst>
                  <a:ext uri="{FF2B5EF4-FFF2-40B4-BE49-F238E27FC236}">
                    <a16:creationId xmlns:a16="http://schemas.microsoft.com/office/drawing/2014/main" id="{2EA251E7-D44F-C1A3-55FC-AAB6EEB0367A}"/>
                  </a:ext>
                </a:extLst>
              </p14:cNvPr>
              <p14:cNvContentPartPr/>
              <p14:nvPr/>
            </p14:nvContentPartPr>
            <p14:xfrm>
              <a:off x="212488" y="382070"/>
              <a:ext cx="497160" cy="939240"/>
            </p14:xfrm>
          </p:contentPart>
        </mc:Choice>
        <mc:Fallback xmlns="">
          <p:pic>
            <p:nvPicPr>
              <p:cNvPr id="14" name="Mürekkep 13">
                <a:extLst>
                  <a:ext uri="{FF2B5EF4-FFF2-40B4-BE49-F238E27FC236}">
                    <a16:creationId xmlns:a16="http://schemas.microsoft.com/office/drawing/2014/main" id="{2EA251E7-D44F-C1A3-55FC-AAB6EEB036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88" y="319070"/>
                <a:ext cx="622800" cy="10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Mürekkep 14">
                <a:extLst>
                  <a:ext uri="{FF2B5EF4-FFF2-40B4-BE49-F238E27FC236}">
                    <a16:creationId xmlns:a16="http://schemas.microsoft.com/office/drawing/2014/main" id="{BA1DBAEA-36EB-F773-3984-28A83CB0A23B}"/>
                  </a:ext>
                </a:extLst>
              </p14:cNvPr>
              <p14:cNvContentPartPr/>
              <p14:nvPr/>
            </p14:nvContentPartPr>
            <p14:xfrm>
              <a:off x="586528" y="1017110"/>
              <a:ext cx="184320" cy="5760720"/>
            </p14:xfrm>
          </p:contentPart>
        </mc:Choice>
        <mc:Fallback xmlns="">
          <p:pic>
            <p:nvPicPr>
              <p:cNvPr id="15" name="Mürekkep 14">
                <a:extLst>
                  <a:ext uri="{FF2B5EF4-FFF2-40B4-BE49-F238E27FC236}">
                    <a16:creationId xmlns:a16="http://schemas.microsoft.com/office/drawing/2014/main" id="{BA1DBAEA-36EB-F773-3984-28A83CB0A2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405" y="954110"/>
                <a:ext cx="310206" cy="588636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o 5">
            <a:extLst>
              <a:ext uri="{FF2B5EF4-FFF2-40B4-BE49-F238E27FC236}">
                <a16:creationId xmlns:a16="http://schemas.microsoft.com/office/drawing/2014/main" id="{709A0DA2-E530-420B-ACE1-7D645AE7D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115314"/>
              </p:ext>
            </p:extLst>
          </p:nvPr>
        </p:nvGraphicFramePr>
        <p:xfrm>
          <a:off x="147000" y="113178"/>
          <a:ext cx="11897999" cy="65918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3533">
                  <a:extLst>
                    <a:ext uri="{9D8B030D-6E8A-4147-A177-3AD203B41FA5}">
                      <a16:colId xmlns:a16="http://schemas.microsoft.com/office/drawing/2014/main" val="3715394682"/>
                    </a:ext>
                  </a:extLst>
                </a:gridCol>
                <a:gridCol w="956796">
                  <a:extLst>
                    <a:ext uri="{9D8B030D-6E8A-4147-A177-3AD203B41FA5}">
                      <a16:colId xmlns:a16="http://schemas.microsoft.com/office/drawing/2014/main" val="1081470221"/>
                    </a:ext>
                  </a:extLst>
                </a:gridCol>
                <a:gridCol w="3114652">
                  <a:extLst>
                    <a:ext uri="{9D8B030D-6E8A-4147-A177-3AD203B41FA5}">
                      <a16:colId xmlns:a16="http://schemas.microsoft.com/office/drawing/2014/main" val="4203886316"/>
                    </a:ext>
                  </a:extLst>
                </a:gridCol>
                <a:gridCol w="3192988">
                  <a:extLst>
                    <a:ext uri="{9D8B030D-6E8A-4147-A177-3AD203B41FA5}">
                      <a16:colId xmlns:a16="http://schemas.microsoft.com/office/drawing/2014/main" val="538162733"/>
                    </a:ext>
                  </a:extLst>
                </a:gridCol>
                <a:gridCol w="3130030">
                  <a:extLst>
                    <a:ext uri="{9D8B030D-6E8A-4147-A177-3AD203B41FA5}">
                      <a16:colId xmlns:a16="http://schemas.microsoft.com/office/drawing/2014/main" val="2004813969"/>
                    </a:ext>
                  </a:extLst>
                </a:gridCol>
              </a:tblGrid>
              <a:tr h="672263">
                <a:tc>
                  <a:txBody>
                    <a:bodyPr/>
                    <a:lstStyle/>
                    <a:p>
                      <a:pPr algn="ctr" rtl="0"/>
                      <a:r>
                        <a:rPr lang="tr-TR" noProof="0">
                          <a:solidFill>
                            <a:srgbClr val="FFFFFF"/>
                          </a:solidFill>
                        </a:rPr>
                        <a:t>Fizibilite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noProof="0">
                          <a:solidFill>
                            <a:srgbClr val="FFFFFF"/>
                          </a:solidFill>
                        </a:rPr>
                        <a:t>Ağırlık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noProof="0">
                          <a:solidFill>
                            <a:srgbClr val="FFFFFF"/>
                          </a:solidFill>
                        </a:rPr>
                        <a:t>Önerilen Sistem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noProof="0">
                          <a:solidFill>
                            <a:srgbClr val="FFFFFF"/>
                          </a:solidFill>
                        </a:rPr>
                        <a:t>Önerilen Sistem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noProof="0">
                          <a:solidFill>
                            <a:srgbClr val="FFFFFF"/>
                          </a:solidFill>
                        </a:rPr>
                        <a:t>Önerilen Sistem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29846"/>
                  </a:ext>
                </a:extLst>
              </a:tr>
              <a:tr h="1345322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Teknik Fizibilite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%30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Yeterli teknik elemana sahip olup React kütüphanesine yetkiniz. Eğer dışarıdan eleman desteği gerekirse React bilen birisini bulmak diğer Js kütüphanelerini bilen birisini bulmaktan daha kolay. </a:t>
                      </a:r>
                    </a:p>
                    <a:p>
                      <a:pPr algn="l" rtl="0"/>
                      <a:r>
                        <a:rPr lang="tr-TR" sz="1200" b="1"/>
                        <a:t>Puan: 85</a:t>
                      </a:r>
                      <a:endParaRPr lang="tr-TR" sz="1200" b="1" noProof="0"/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Vue küçük boyutlu ve modüler yapısı ile kolayca özelleştirilebilir. Ekipte yeterli sayıda bilen olmadığı için ekip üyelerinin eğitimi için fazladan gider oluyor.</a:t>
                      </a:r>
                    </a:p>
                    <a:p>
                      <a:pPr algn="l" rtl="0"/>
                      <a:r>
                        <a:rPr lang="tr-TR" sz="1200" b="1" noProof="0"/>
                        <a:t>Puan:65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Büyük ve karışık kod tabanlarında </a:t>
                      </a:r>
                      <a:r>
                        <a:rPr lang="tr-TR" sz="1200" err="1"/>
                        <a:t>Angular</a:t>
                      </a:r>
                      <a:r>
                        <a:rPr lang="tr-TR" sz="1200"/>
                        <a:t> kodunu okumak ve anlamak diğerlerine göre daha kolaydır. Ancak projenin kod tabanı ufak olacağından gerekli değildir.</a:t>
                      </a:r>
                    </a:p>
                    <a:p>
                      <a:pPr algn="l" rtl="0"/>
                      <a:r>
                        <a:rPr lang="tr-TR" sz="1200" b="1" noProof="0"/>
                        <a:t>Puan: 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59026"/>
                  </a:ext>
                </a:extLst>
              </a:tr>
              <a:tr h="1165946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Ekonomik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%30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Proje bitiminden elde edilecek brüt gelir 800.000₺, net gelir 309.389,27₺. İnternet sitesinin yıllık bakım net geliri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 29.389,27</a:t>
                      </a:r>
                      <a:r>
                        <a:rPr lang="tr-TR" sz="1200"/>
                        <a:t>₺. Proje gideri 490.613,73₺.</a:t>
                      </a:r>
                    </a:p>
                    <a:p>
                      <a:pPr algn="l" rtl="0"/>
                      <a:r>
                        <a:rPr lang="tr-TR" sz="1200" b="1" noProof="0"/>
                        <a:t>Puan: 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Proje bitiminden elde edilecek brüt gelir 800.000₺, net gelir 246.282,47₺. İnternet sitesinin yıllık bakım net geliri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 29.389,27₺.</a:t>
                      </a:r>
                    </a:p>
                    <a:p>
                      <a:pPr algn="ctr" rtl="0"/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Proje gideri 553.717,53₺.</a:t>
                      </a:r>
                    </a:p>
                    <a:p>
                      <a:pPr algn="l" rtl="0"/>
                      <a:r>
                        <a:rPr lang="tr-TR" sz="1200" b="1" noProof="0"/>
                        <a:t>Puan: 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Giderler ve maaliyetler Önerilen sistem 2 ile aynıdır.</a:t>
                      </a:r>
                    </a:p>
                    <a:p>
                      <a:pPr algn="ctr" rtl="0"/>
                      <a:endParaRPr lang="tr-TR" sz="1200"/>
                    </a:p>
                    <a:p>
                      <a:pPr algn="l" rtl="0"/>
                      <a:r>
                        <a:rPr lang="tr-TR" sz="1200" b="1"/>
                        <a:t>Puan: 50</a:t>
                      </a:r>
                      <a:endParaRPr lang="tr-TR" sz="1200" b="1" noProof="0"/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05585"/>
                  </a:ext>
                </a:extLst>
              </a:tr>
              <a:tr h="541728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Zaman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%10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1.5 Ay</a:t>
                      </a:r>
                    </a:p>
                    <a:p>
                      <a:pPr algn="l" rtl="0"/>
                      <a:r>
                        <a:rPr lang="tr-TR" sz="1200" b="1" noProof="0"/>
                        <a:t>Puan: 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/>
                        <a:t>2 Ay</a:t>
                      </a:r>
                    </a:p>
                    <a:p>
                      <a:pPr algn="l" rtl="0"/>
                      <a:r>
                        <a:rPr lang="tr-TR" sz="1200" b="1" noProof="0"/>
                        <a:t>Puan: 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2 Ay</a:t>
                      </a:r>
                    </a:p>
                    <a:p>
                      <a:pPr algn="l" rtl="0"/>
                      <a:r>
                        <a:rPr lang="tr-TR" sz="1200" b="1" noProof="0"/>
                        <a:t>Puan: 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69940"/>
                  </a:ext>
                </a:extLst>
              </a:tr>
              <a:tr h="721790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Sosyal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%10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Sosyal açıdan sıkıntı bulunmamaktadır.</a:t>
                      </a:r>
                    </a:p>
                    <a:p>
                      <a:pPr algn="l" rtl="0"/>
                      <a:r>
                        <a:rPr lang="tr-TR" sz="1200" b="1" noProof="0"/>
                        <a:t>Puan: 100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Sosyal açıdan sıkıntı bulunmamaktadır.</a:t>
                      </a:r>
                    </a:p>
                    <a:p>
                      <a:pPr algn="l" rtl="0"/>
                      <a:r>
                        <a:rPr lang="tr-TR" sz="1200" b="1" noProof="0"/>
                        <a:t>Puan: 100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noProof="0"/>
                        <a:t>Sosyal açıdan sıkıntı bulunmamaktadır.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1" noProof="0"/>
                        <a:t>Puan: 100</a:t>
                      </a:r>
                    </a:p>
                    <a:p>
                      <a:pPr algn="ctr" rtl="0"/>
                      <a:endParaRPr lang="tr-TR" sz="1200" noProof="0"/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559721"/>
                  </a:ext>
                </a:extLst>
              </a:tr>
              <a:tr h="807193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Yönetim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%10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Zamanın daha az olması ve daha az maliyetli olduğundan yönetim bu sisteme daha çok destek veriyor.</a:t>
                      </a:r>
                    </a:p>
                    <a:p>
                      <a:pPr algn="l" rtl="0"/>
                      <a:r>
                        <a:rPr lang="tr-TR" sz="1200" b="1" noProof="0"/>
                        <a:t>Puan: 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Yönetimin sürecin uzun olması ve daha maliyetli olmasından dolayısıyla bu sisteme destekleri daha az.</a:t>
                      </a:r>
                    </a:p>
                    <a:p>
                      <a:pPr algn="l" rtl="0"/>
                      <a:r>
                        <a:rPr lang="tr-TR" sz="1200" b="1" noProof="0"/>
                        <a:t>Puan: 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noProof="0"/>
                        <a:t>Yönetimin sürecin uzun olması ve daha maliyetli olmasından dolayısıyla bu sisteme destekleri daha az.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1" noProof="0"/>
                        <a:t>Puan: 55</a:t>
                      </a:r>
                    </a:p>
                    <a:p>
                      <a:pPr algn="ctr" rtl="0"/>
                      <a:endParaRPr lang="tr-TR" sz="1200" noProof="0"/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88351"/>
                  </a:ext>
                </a:extLst>
              </a:tr>
              <a:tr h="747670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Yasal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noProof="0"/>
                        <a:t>%10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noProof="0"/>
                        <a:t>Yasal açıdan sıkıntı bulunmamaktadır.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1" noProof="0"/>
                        <a:t>Puan: 100</a:t>
                      </a:r>
                    </a:p>
                    <a:p>
                      <a:pPr algn="ctr" rtl="0"/>
                      <a:endParaRPr lang="tr-TR" sz="1100" noProof="0"/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noProof="0"/>
                        <a:t>Yasal açıdan sıkıntı bulunmamaktadır.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1" noProof="0"/>
                        <a:t>Puan: 100</a:t>
                      </a:r>
                    </a:p>
                    <a:p>
                      <a:pPr algn="ctr" rtl="0"/>
                      <a:endParaRPr lang="tr-TR" sz="1200" noProof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noProof="0"/>
                        <a:t>Yasal açıdan sıkıntı bulunmamaktadır.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b="1" noProof="0"/>
                        <a:t>Puan: 100</a:t>
                      </a:r>
                    </a:p>
                    <a:p>
                      <a:pPr algn="ctr" rtl="0"/>
                      <a:endParaRPr lang="tr-TR" sz="1200" noProof="0"/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086946"/>
                  </a:ext>
                </a:extLst>
              </a:tr>
              <a:tr h="368516"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0" noProof="0"/>
                        <a:t>Sistem Uygunluk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tr-TR" sz="1200" noProof="0"/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100" b="1" noProof="0"/>
                        <a:t>91 Puan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1" noProof="0"/>
                        <a:t>65 Puan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tr-TR" sz="1200" b="1" noProof="0"/>
                        <a:t>63.5 Puan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668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30DBB3-146B-9DD1-8747-A5DCFACE7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2448" y="960120"/>
            <a:ext cx="6272784" cy="938784"/>
          </a:xfrm>
        </p:spPr>
        <p:txBody>
          <a:bodyPr/>
          <a:lstStyle/>
          <a:p>
            <a:r>
              <a:rPr lang="tr-TR"/>
              <a:t>Sonuç raporu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4A07E4E-AA3C-6F1B-04F1-FBCA88906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2448" y="2383536"/>
            <a:ext cx="6103112" cy="3824224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/>
              <a:t>Önerilen Sistem 1, 91 puan alarak seçilmiştir.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/>
              <a:t>Teknik Fizibilite sonucunda </a:t>
            </a:r>
            <a:r>
              <a:rPr lang="tr-TR" err="1"/>
              <a:t>React</a:t>
            </a:r>
            <a:r>
              <a:rPr lang="tr-TR"/>
              <a:t> kullanılmaya karar verilmiştir.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/>
              <a:t>Zaman Fizibilitesi sonucunda proje 1.5 ayda bitirilecektir.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/>
              <a:t>Sosyal Fizibilite sonucunda kullanıcıların deneyiminde karşılaşabilecekleri herhangi bir sorunla karşılaşılmamıştır.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/>
              <a:t>Yönetim Fizibilitesi sonucunda yönetim projeyi desteklemiştir.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/>
              <a:t>Yasal Fizibilite çalışması sonucunda herhangi bir sıkıntıyla karşılaşılmamıştır.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3F77ACC-31EB-47B7-65C4-06995884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049" y="2177964"/>
            <a:ext cx="3192951" cy="319295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C122888-8BBF-864C-8C0C-A5388606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87104" y="1077855"/>
            <a:ext cx="365792" cy="279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29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şlık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/>
              <a:t>Teşekkürler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D89AA11-DA4E-FC41-621B-7BD536175204}"/>
              </a:ext>
            </a:extLst>
          </p:cNvPr>
          <p:cNvSpPr txBox="1">
            <a:spLocks/>
          </p:cNvSpPr>
          <p:nvPr/>
        </p:nvSpPr>
        <p:spPr>
          <a:xfrm rot="16200000">
            <a:off x="-259078" y="1963041"/>
            <a:ext cx="2062483" cy="284482"/>
          </a:xfrm>
          <a:prstGeom prst="rect">
            <a:avLst/>
          </a:prstGeom>
        </p:spPr>
        <p:txBody>
          <a:bodyPr/>
          <a:lstStyle>
            <a:defPPr rtl="0"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tr-TR" sz="2000" b="1" err="1">
                <a:solidFill>
                  <a:schemeClr val="bg1">
                    <a:lumMod val="95000"/>
                  </a:schemeClr>
                </a:solidFill>
              </a:rPr>
              <a:t>ECompany</a:t>
            </a:r>
            <a:endParaRPr lang="tr-TR" sz="2000" b="1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5_TF89338750_Win32.potx" id="{7F167A53-1BFB-47B1-B18D-80965C855A21}" vid="{3E5DCE5D-3C45-4BA8-AE8E-27C7B8135B92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BC329F5-30EE-4BF7-AA2A-B837B51416B4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Galaksi sunusu</Template>
  <TotalTime>0</TotalTime>
  <Words>747</Words>
  <Application>Microsoft Office PowerPoint</Application>
  <PresentationFormat>Geniş ekran</PresentationFormat>
  <Paragraphs>145</Paragraphs>
  <Slides>12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Arial</vt:lpstr>
      <vt:lpstr>Calibri</vt:lpstr>
      <vt:lpstr>univers</vt:lpstr>
      <vt:lpstr>univers</vt:lpstr>
      <vt:lpstr>Wingdings</vt:lpstr>
      <vt:lpstr>GradientUnivers</vt:lpstr>
      <vt:lpstr>EHotel</vt:lpstr>
      <vt:lpstr>Ekip</vt:lpstr>
      <vt:lpstr>Problem</vt:lpstr>
      <vt:lpstr>Teknik fizibilite</vt:lpstr>
      <vt:lpstr>Ekonomik fizibilite</vt:lpstr>
      <vt:lpstr>PowerPoint Sunusu</vt:lpstr>
      <vt:lpstr>PowerPoint Sunusu</vt:lpstr>
      <vt:lpstr>Sosyal fizibilite</vt:lpstr>
      <vt:lpstr>Yasal fizibilite</vt:lpstr>
      <vt:lpstr>PowerPoint Sunusu</vt:lpstr>
      <vt:lpstr>Sonuç raporu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EHotel</dc:title>
  <dc:creator>hilal dedek</dc:creator>
  <cp:lastModifiedBy>BARIŞ KESKİN</cp:lastModifiedBy>
  <cp:revision>2</cp:revision>
  <dcterms:created xsi:type="dcterms:W3CDTF">2024-03-20T11:00:59Z</dcterms:created>
  <dcterms:modified xsi:type="dcterms:W3CDTF">2025-04-14T22:26:12Z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